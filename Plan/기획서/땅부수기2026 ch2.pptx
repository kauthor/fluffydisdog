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3" r:id="rId7"/>
    <p:sldId id="262" r:id="rId8"/>
    <p:sldId id="260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FC52C-51BC-8807-7CBD-38BE7EF6E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1B9274-94C6-6397-94FE-D48153D233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A06DA-0EEB-92D8-6D10-10028AE5D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644D-8C91-D65F-3F68-BE623534C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C0FAB0-5423-50E7-7C7F-2D2A825D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51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3EB16-EC46-1930-BF50-0E344BF2C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521C9-E0A2-7DB7-BDD6-6FA8BC14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A3C1F7-AC3E-2920-A88C-E400F0A6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D87632-26B8-8710-FDBB-1EE54BEC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94BF45-CF83-9AAF-C989-DE6FCC696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5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D1636-AC19-CC97-23D1-4DA7D731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917DA2-3AB4-F16C-817C-A70907BA8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07027-5C37-07F3-1B43-019E15802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8DBF-5490-AACA-5A3D-49641A8F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8193D-2EE7-18D8-90BC-E45719FB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401DB-DEAA-22E7-3FBF-6F96D0BC3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AACD5A-5963-ADDF-9D46-B78C0A17C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ED062D-4CF7-D447-944F-DB07EDE3C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33EA4-3F63-0653-4215-2B34CBD5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3CE5CA-F7E5-C265-319C-3D707CA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98371-0E47-999F-4166-35FADB44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413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DDBE0-56D4-6D7E-0F93-A8A50807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AD03B-E156-BDF5-A78B-9C3277BB0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9B20DE-3749-AC01-3207-2664BC68C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1E1BA-B1B1-962D-B74E-B97D8B89E5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4205A5-DDEC-560C-49C4-13A4E5041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90FBC-AB7E-588C-2BB2-87DC80C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AAF472-D8CD-0F60-646C-4373B165A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1136FB-2295-3978-D693-51B44B0DA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703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1DBC9-453A-A11A-965D-35592C8D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12E5160-ED96-F7FA-CDAF-EB7544C44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95B22C-8D3B-3591-DBFE-BA035C35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D3BF95-426E-504C-3F22-7D6E3B3E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7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C915CC-8AC9-C07B-89C9-51FACB76B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C98CCC-BE3C-3CB9-29B1-7D5D63A1F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10CA7F-BBE4-8E37-2933-37FCFF19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F851B-A1D3-F4A3-9895-B2302E0B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7090F-3302-61B9-83A4-7ABC3A45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3F9F86-D5D3-69E4-5730-4DD19EC1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746C13-572E-1681-FF05-04B696CC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21170B-7035-FAA2-F634-59ABA1AB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C11BD6-22B5-781E-09FA-BD423A3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3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CF2BC-0D51-D4DE-3D9D-F9030BFA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F426AC-158F-8D3B-7E35-6587F2BAE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9212A5-BF44-51E5-8961-20B0E1F8C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1B8ABA-90A6-59DD-BC67-6F9F3D1CA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256D6-17FB-1F99-9584-59EA4E93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A41C2D-E737-A777-5568-B39BFA0B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716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8F9D-697C-D810-18B7-B88F6317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0ADAF7-8F9F-DD79-458C-B135AED1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F15EED-85CD-86B5-B4F2-0C6A86D5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1A9CD7-FEE3-EFC1-AE5C-70E4AECBF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5A413-14B6-A2F1-F9D7-74B4529D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5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FB538D-BB1D-9947-01AF-18E0D1A55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35231E-D3B5-87AA-1E8A-A7D20679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C82B3C-C0A0-F903-1237-702C1189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A35CA6-5C05-6676-A34A-2A34144A1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71500-243D-4394-3D8C-549F0AAE7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49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6A50DC-F643-3DAD-5236-362636E0D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2258B4-2416-A725-464B-696E5E6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1CC02-A4AF-7335-03CF-697F848D1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DF62A-CEF3-4A4B-9978-8C575DC3A030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5F3F6-BA18-B586-CC63-9039CF63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91DFAE-8A24-BF72-9546-ED6BBACBD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7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8A12E9-F9D9-CFEE-2869-AF4705C5E089}"/>
              </a:ext>
            </a:extLst>
          </p:cNvPr>
          <p:cNvSpPr txBox="1"/>
          <p:nvPr/>
        </p:nvSpPr>
        <p:spPr>
          <a:xfrm>
            <a:off x="748145" y="591127"/>
            <a:ext cx="3712876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>
                <a:hlinkClick r:id="rId2" action="ppaction://hlinksldjump"/>
              </a:rPr>
              <a:t>타일 타격 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>
                <a:hlinkClick r:id="rId3" action="ppaction://hlinksldjump"/>
              </a:rPr>
              <a:t>팝업 접기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추가 기능</a:t>
            </a:r>
            <a:endParaRPr lang="en-US" altLang="ko-KR" dirty="0"/>
          </a:p>
          <a:p>
            <a:pPr lvl="2"/>
            <a:r>
              <a:rPr lang="ko-KR" altLang="en-US" dirty="0">
                <a:hlinkClick r:id="rId4" action="ppaction://hlinksldjump"/>
              </a:rPr>
              <a:t>점수 </a:t>
            </a:r>
            <a:r>
              <a:rPr lang="ko-KR" altLang="en-US" dirty="0" err="1">
                <a:hlinkClick r:id="rId4" action="ppaction://hlinksldjump"/>
              </a:rPr>
              <a:t>정보표</a:t>
            </a:r>
            <a:r>
              <a:rPr lang="en-US" altLang="ko-KR" dirty="0">
                <a:hlinkClick r:id="rId4" action="ppaction://hlinksldjump"/>
              </a:rPr>
              <a:t>(</a:t>
            </a:r>
            <a:r>
              <a:rPr lang="ko-KR" altLang="en-US" dirty="0">
                <a:hlinkClick r:id="rId4" action="ppaction://hlinksldjump"/>
              </a:rPr>
              <a:t>태그</a:t>
            </a:r>
            <a:r>
              <a:rPr lang="en-US" altLang="ko-KR" dirty="0">
                <a:hlinkClick r:id="rId4" action="ppaction://hlinksldjump"/>
              </a:rPr>
              <a:t>)</a:t>
            </a:r>
            <a:endParaRPr lang="en-US" altLang="ko-KR" dirty="0"/>
          </a:p>
          <a:p>
            <a:pPr lvl="2"/>
            <a:r>
              <a:rPr lang="ko-KR" altLang="en-US" dirty="0">
                <a:hlinkClick r:id="rId5" action="ppaction://hlinksldjump"/>
              </a:rPr>
              <a:t>점수 </a:t>
            </a:r>
            <a:r>
              <a:rPr lang="ko-KR" altLang="en-US" dirty="0" err="1">
                <a:hlinkClick r:id="rId5" action="ppaction://hlinksldjump"/>
              </a:rPr>
              <a:t>정보표</a:t>
            </a:r>
            <a:r>
              <a:rPr lang="en-US" altLang="ko-KR" dirty="0">
                <a:hlinkClick r:id="rId5" action="ppaction://hlinksldjump"/>
              </a:rPr>
              <a:t>(</a:t>
            </a:r>
            <a:r>
              <a:rPr lang="ko-KR" altLang="en-US" dirty="0">
                <a:hlinkClick r:id="rId5" action="ppaction://hlinksldjump"/>
              </a:rPr>
              <a:t>타일</a:t>
            </a:r>
            <a:r>
              <a:rPr lang="en-US" altLang="ko-KR" dirty="0">
                <a:hlinkClick r:id="rId5" action="ppaction://hlinksldjump"/>
              </a:rPr>
              <a:t>)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유물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의뢰 설명문</a:t>
            </a:r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-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19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B03452-EB6E-CA88-84E1-FEF920C8E0F2}"/>
              </a:ext>
            </a:extLst>
          </p:cNvPr>
          <p:cNvSpPr txBox="1"/>
          <p:nvPr/>
        </p:nvSpPr>
        <p:spPr>
          <a:xfrm>
            <a:off x="463452" y="563419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타일 타격 연출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2066-2C29-3FDA-34FC-37EFB1A99550}"/>
              </a:ext>
            </a:extLst>
          </p:cNvPr>
          <p:cNvSpPr txBox="1"/>
          <p:nvPr/>
        </p:nvSpPr>
        <p:spPr>
          <a:xfrm>
            <a:off x="475286" y="3429000"/>
            <a:ext cx="77929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타일에 타격을 가하는 카드 사용시</a:t>
            </a:r>
            <a:endParaRPr lang="en-US" altLang="ko-KR" dirty="0"/>
          </a:p>
          <a:p>
            <a:r>
              <a:rPr lang="ko-KR" altLang="en-US" dirty="0"/>
              <a:t>기존 위치에서 좌로 </a:t>
            </a:r>
            <a:r>
              <a:rPr lang="en-US" altLang="ko-KR" dirty="0"/>
              <a:t>1px </a:t>
            </a:r>
            <a:r>
              <a:rPr lang="ko-KR" altLang="en-US" dirty="0"/>
              <a:t>우로 </a:t>
            </a:r>
            <a:r>
              <a:rPr lang="en-US" altLang="ko-KR" dirty="0"/>
              <a:t>1px</a:t>
            </a:r>
            <a:r>
              <a:rPr lang="ko-KR" altLang="en-US" dirty="0"/>
              <a:t>씩 흔들리는 연출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파괴 시</a:t>
            </a:r>
            <a:r>
              <a:rPr lang="en-US" altLang="ko-KR" dirty="0"/>
              <a:t>,</a:t>
            </a:r>
            <a:r>
              <a:rPr lang="ko-KR" altLang="en-US" dirty="0"/>
              <a:t> 파편이 나와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예시 </a:t>
            </a:r>
            <a:r>
              <a:rPr lang="ko-KR" altLang="en-US" dirty="0" err="1">
                <a:solidFill>
                  <a:srgbClr val="FF0000"/>
                </a:solidFill>
              </a:rPr>
              <a:t>파티클은</a:t>
            </a:r>
            <a:r>
              <a:rPr lang="ko-KR" altLang="en-US" dirty="0">
                <a:solidFill>
                  <a:srgbClr val="FF0000"/>
                </a:solidFill>
              </a:rPr>
              <a:t> 포토샵 노가다로 표현했기 때문에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실제 연출과 모양이나 개수가 크게 변할 수 있음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/>
              <a:t>타일 파괴 실패 혹은 파괴는 안 하고 태그만 부여 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타격한 타일만 기존 위치에서 위로 </a:t>
            </a:r>
            <a:r>
              <a:rPr lang="en-US" altLang="ko-KR" dirty="0"/>
              <a:t>1px, </a:t>
            </a:r>
            <a:r>
              <a:rPr lang="ko-KR" altLang="en-US" dirty="0"/>
              <a:t>아래로 </a:t>
            </a:r>
            <a:r>
              <a:rPr lang="en-US" altLang="ko-KR" dirty="0"/>
              <a:t>1px </a:t>
            </a:r>
            <a:r>
              <a:rPr lang="ko-KR" altLang="en-US" dirty="0"/>
              <a:t>추가로 흔들리는 연출</a:t>
            </a:r>
            <a:endParaRPr lang="en-US" altLang="ko-KR" dirty="0"/>
          </a:p>
          <a:p>
            <a:r>
              <a:rPr lang="ko-KR" altLang="en-US" dirty="0"/>
              <a:t>작은 먼지만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D5229C-BA23-1A2C-B44A-1400A0C4DF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286" y="1130118"/>
            <a:ext cx="2101515" cy="21015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9068B35-E3A0-BA86-9285-ABAEEE169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4926" y="1130118"/>
            <a:ext cx="2101515" cy="21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0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4EE9-DC50-5B50-C450-D2324EEA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692F68F-9FE0-562C-CAF0-FFB64FAD0421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3CB87-8681-8029-4212-FA9BDC062269}"/>
              </a:ext>
            </a:extLst>
          </p:cNvPr>
          <p:cNvSpPr txBox="1"/>
          <p:nvPr/>
        </p:nvSpPr>
        <p:spPr>
          <a:xfrm>
            <a:off x="3182926" y="1512620"/>
            <a:ext cx="23462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Stage</a:t>
            </a:r>
            <a:r>
              <a:rPr lang="ko-KR" altLang="en-US" dirty="0"/>
              <a:t>의 </a:t>
            </a:r>
            <a:r>
              <a:rPr lang="en-US" altLang="ko-KR" dirty="0"/>
              <a:t>Target score</a:t>
            </a:r>
          </a:p>
          <a:p>
            <a:r>
              <a:rPr lang="ko-KR" altLang="en-US" dirty="0"/>
              <a:t>하단</a:t>
            </a:r>
            <a:r>
              <a:rPr lang="en-US" altLang="ko-KR" dirty="0"/>
              <a:t> </a:t>
            </a:r>
            <a:r>
              <a:rPr lang="ko-KR" altLang="en-US" dirty="0"/>
              <a:t>버튼으로 표기</a:t>
            </a:r>
            <a:endParaRPr lang="en-US" altLang="ko-K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3814FD4-4B1B-76A2-5B79-DD2617D615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01AA1E-A113-A877-F076-ABEC806F4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07" y="1058358"/>
            <a:ext cx="2695384" cy="242127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F59888-7E9F-0B0B-701B-3AA65FF0A4F6}"/>
              </a:ext>
            </a:extLst>
          </p:cNvPr>
          <p:cNvSpPr/>
          <p:nvPr/>
        </p:nvSpPr>
        <p:spPr>
          <a:xfrm>
            <a:off x="2493818" y="2669309"/>
            <a:ext cx="406400" cy="4525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D4D79B1-48C4-1E52-8C12-BC63B15E7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07" y="3605242"/>
            <a:ext cx="2886478" cy="233395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A55448D-2074-0D24-33FF-C08D54AE1161}"/>
              </a:ext>
            </a:extLst>
          </p:cNvPr>
          <p:cNvSpPr txBox="1"/>
          <p:nvPr/>
        </p:nvSpPr>
        <p:spPr>
          <a:xfrm>
            <a:off x="5657418" y="3592548"/>
            <a:ext cx="637546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태그 점수</a:t>
            </a: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dirty="0"/>
              <a:t>타일 파괴 시 카드로 받을 수 있는 점수</a:t>
            </a:r>
            <a:endParaRPr lang="en-US" altLang="ko-KR" dirty="0"/>
          </a:p>
          <a:p>
            <a:r>
              <a:rPr lang="ko-KR" altLang="en-US" dirty="0"/>
              <a:t>기본 점수 </a:t>
            </a:r>
            <a:r>
              <a:rPr lang="en-US" altLang="ko-KR" dirty="0"/>
              <a:t>x </a:t>
            </a:r>
            <a:r>
              <a:rPr lang="ko-KR" altLang="en-US" dirty="0"/>
              <a:t>기본 배율을 표기</a:t>
            </a:r>
            <a:endParaRPr lang="en-US" altLang="ko-KR" dirty="0"/>
          </a:p>
          <a:p>
            <a:endParaRPr lang="en-US" altLang="ko-KR" sz="1400" dirty="0"/>
          </a:p>
          <a:p>
            <a:r>
              <a:rPr lang="ko-KR" altLang="en-US" sz="1400" dirty="0"/>
              <a:t>예시</a:t>
            </a:r>
            <a:r>
              <a:rPr lang="en-US" altLang="ko-KR" sz="1400" dirty="0"/>
              <a:t>) </a:t>
            </a:r>
            <a:r>
              <a:rPr lang="ko-KR" altLang="en-US" sz="1400" dirty="0"/>
              <a:t>도구</a:t>
            </a:r>
            <a:r>
              <a:rPr lang="en-US" altLang="ko-KR" sz="1400" dirty="0"/>
              <a:t>/</a:t>
            </a:r>
            <a:r>
              <a:rPr lang="ko-KR" altLang="en-US" sz="1400" dirty="0"/>
              <a:t>황금 태그 카드로 타일 </a:t>
            </a:r>
            <a:r>
              <a:rPr lang="ko-KR" altLang="en-US" sz="1400" dirty="0" err="1"/>
              <a:t>파괴시</a:t>
            </a:r>
            <a:r>
              <a:rPr lang="ko-KR" altLang="en-US" sz="1400" dirty="0"/>
              <a:t> →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파괴 점수</a:t>
            </a:r>
            <a:r>
              <a:rPr lang="en-US" altLang="ko-KR" sz="1400" dirty="0"/>
              <a:t>x</a:t>
            </a:r>
            <a:r>
              <a:rPr lang="ko-KR" altLang="en-US" sz="1400" dirty="0"/>
              <a:t>파괴 배율</a:t>
            </a:r>
            <a:r>
              <a:rPr lang="en-US" altLang="ko-KR" sz="1400" dirty="0"/>
              <a:t>) + (</a:t>
            </a:r>
            <a:r>
              <a:rPr lang="ko-KR" altLang="en-US" sz="1400" dirty="0"/>
              <a:t>도구 점수</a:t>
            </a:r>
            <a:r>
              <a:rPr lang="en-US" altLang="ko-KR" sz="1400" dirty="0"/>
              <a:t>x</a:t>
            </a:r>
            <a:r>
              <a:rPr lang="ko-KR" altLang="en-US" sz="1400" dirty="0"/>
              <a:t>도구 배율</a:t>
            </a:r>
            <a:r>
              <a:rPr lang="en-US" altLang="ko-KR" sz="1400" dirty="0"/>
              <a:t>) +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황금 점수</a:t>
            </a:r>
            <a:r>
              <a:rPr lang="en-US" altLang="ko-KR" sz="1400" dirty="0"/>
              <a:t>x</a:t>
            </a:r>
            <a:r>
              <a:rPr lang="ko-KR" altLang="en-US" sz="1400" dirty="0"/>
              <a:t>황금 배율</a:t>
            </a:r>
            <a:r>
              <a:rPr lang="en-US" altLang="ko-KR" sz="1400" dirty="0"/>
              <a:t>) </a:t>
            </a:r>
            <a:r>
              <a:rPr lang="ko-KR" altLang="en-US" sz="1400" dirty="0"/>
              <a:t>에 해당하는 점수 획득</a:t>
            </a:r>
            <a:endParaRPr lang="en-US" altLang="ko-KR" sz="1400" dirty="0"/>
          </a:p>
          <a:p>
            <a:endParaRPr lang="en-US" altLang="ko-KR" b="1" dirty="0"/>
          </a:p>
          <a:p>
            <a:r>
              <a:rPr lang="ko-KR" altLang="en-US" b="1" dirty="0"/>
              <a:t>타일 점수</a:t>
            </a:r>
            <a:r>
              <a:rPr lang="en-US" altLang="ko-KR" b="1" dirty="0"/>
              <a:t>(</a:t>
            </a:r>
            <a:r>
              <a:rPr lang="ko-KR" altLang="en-US" b="1" dirty="0"/>
              <a:t>우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– </a:t>
            </a:r>
            <a:r>
              <a:rPr lang="ko-KR" altLang="en-US" dirty="0"/>
              <a:t>타일의 특수 효과</a:t>
            </a:r>
            <a:r>
              <a:rPr lang="en-US" altLang="ko-KR" dirty="0"/>
              <a:t>/</a:t>
            </a:r>
            <a:r>
              <a:rPr lang="ko-KR" altLang="en-US" dirty="0"/>
              <a:t>파괴로 받을 수 있는 점수</a:t>
            </a:r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감전은 효과 점수와 파괴 점수가 다를 수 있음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sz="1400" dirty="0"/>
              <a:t> </a:t>
            </a:r>
            <a:r>
              <a:rPr lang="ko-KR" altLang="en-US" sz="1400" dirty="0"/>
              <a:t>파괴 점수 </a:t>
            </a:r>
            <a:r>
              <a:rPr lang="en-US" altLang="ko-KR" sz="1400" dirty="0"/>
              <a:t>– </a:t>
            </a:r>
            <a:r>
              <a:rPr lang="ko-KR" altLang="en-US" sz="1400" dirty="0"/>
              <a:t>태그가 없으면 파괴</a:t>
            </a:r>
            <a:r>
              <a:rPr lang="en-US" altLang="ko-KR" sz="1400" dirty="0"/>
              <a:t>(</a:t>
            </a:r>
            <a:r>
              <a:rPr lang="ko-KR" altLang="en-US" sz="1400" dirty="0"/>
              <a:t>기본</a:t>
            </a:r>
            <a:r>
              <a:rPr lang="en-US" altLang="ko-KR" sz="1400" dirty="0"/>
              <a:t>) </a:t>
            </a:r>
            <a:r>
              <a:rPr lang="ko-KR" altLang="en-US" sz="1400" dirty="0"/>
              <a:t>점수</a:t>
            </a:r>
            <a:br>
              <a:rPr lang="en-US" altLang="ko-KR" sz="1400" dirty="0"/>
            </a:br>
            <a:r>
              <a:rPr lang="en-US" altLang="ko-KR" sz="1400" dirty="0"/>
              <a:t> </a:t>
            </a:r>
            <a:r>
              <a:rPr lang="ko-KR" altLang="en-US" sz="1400" dirty="0"/>
              <a:t>태그가 있으면 해당 태그 파괴 점수를 모두 별개로 이행</a:t>
            </a:r>
            <a:endParaRPr lang="en-US" altLang="ko-KR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A9DCB5-5326-FDB7-5244-C99E8F91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209" y="109181"/>
            <a:ext cx="3073442" cy="341632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C2F7C35-5C14-0EDC-CE50-AA667DBDC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344" y="109181"/>
            <a:ext cx="3294537" cy="3416320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4AC5D4E-B62E-0DAB-A6A9-B560FDA55849}"/>
              </a:ext>
            </a:extLst>
          </p:cNvPr>
          <p:cNvCxnSpPr>
            <a:stCxn id="10" idx="3"/>
          </p:cNvCxnSpPr>
          <p:nvPr/>
        </p:nvCxnSpPr>
        <p:spPr>
          <a:xfrm flipV="1">
            <a:off x="2900218" y="2096655"/>
            <a:ext cx="2493818" cy="7989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51361A5-4BFB-D96C-11B9-79D004590071}"/>
              </a:ext>
            </a:extLst>
          </p:cNvPr>
          <p:cNvSpPr txBox="1"/>
          <p:nvPr/>
        </p:nvSpPr>
        <p:spPr>
          <a:xfrm>
            <a:off x="426507" y="5962298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발라트로의</a:t>
            </a:r>
            <a:r>
              <a:rPr lang="ko-KR" altLang="en-US" dirty="0"/>
              <a:t> </a:t>
            </a:r>
            <a:r>
              <a:rPr lang="ko-KR" altLang="en-US" dirty="0" err="1"/>
              <a:t>족보같은</a:t>
            </a:r>
            <a:r>
              <a:rPr lang="ko-KR" altLang="en-US" dirty="0"/>
              <a:t> 기능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9851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3129-29EB-C92D-5F42-91537BCE2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A04099-986D-C159-3F11-C013A961423D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C689AD-5773-DE0C-0136-ABEE541E3E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48E95E-1DDE-B2AA-677E-4DBE2731CA03}"/>
              </a:ext>
            </a:extLst>
          </p:cNvPr>
          <p:cNvSpPr txBox="1"/>
          <p:nvPr/>
        </p:nvSpPr>
        <p:spPr>
          <a:xfrm>
            <a:off x="5648037" y="563419"/>
            <a:ext cx="608051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타일 점수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파괴 점수 </a:t>
            </a:r>
            <a:r>
              <a:rPr lang="en-US" altLang="ko-KR" dirty="0"/>
              <a:t>– </a:t>
            </a:r>
            <a:r>
              <a:rPr lang="ko-KR" altLang="en-US" dirty="0"/>
              <a:t>태그가 없으면 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 </a:t>
            </a:r>
            <a:r>
              <a:rPr lang="ko-KR" altLang="en-US" dirty="0"/>
              <a:t>점수를 계산</a:t>
            </a:r>
            <a:endParaRPr lang="en-US" altLang="ko-KR" dirty="0"/>
          </a:p>
          <a:p>
            <a:r>
              <a:rPr lang="ko-KR" altLang="en-US" dirty="0"/>
              <a:t> 태그가 있으면 해당 태그 파괴 점수를 모두 별개로 이행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균열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균열 전용 유물 적용</a:t>
            </a:r>
            <a:endParaRPr lang="en-US" altLang="ko-KR" dirty="0"/>
          </a:p>
          <a:p>
            <a:r>
              <a:rPr lang="ko-KR" altLang="en-US" dirty="0"/>
              <a:t>잔상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0x0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연소 파괴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0x1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감전 효과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 배율</a:t>
            </a:r>
            <a:r>
              <a:rPr lang="en-US" altLang="ko-KR" dirty="0"/>
              <a:t>x0.1)</a:t>
            </a:r>
            <a:r>
              <a:rPr lang="ko-KR" altLang="en-US" dirty="0"/>
              <a:t>과 연동</a:t>
            </a:r>
            <a:r>
              <a:rPr lang="en-US" altLang="ko-KR" dirty="0"/>
              <a:t>, </a:t>
            </a:r>
            <a:r>
              <a:rPr lang="ko-KR" altLang="en-US" dirty="0"/>
              <a:t>후 감전 유물 적용</a:t>
            </a:r>
            <a:endParaRPr lang="en-US" altLang="ko-KR" dirty="0"/>
          </a:p>
          <a:p>
            <a:r>
              <a:rPr lang="ko-KR" altLang="en-US" dirty="0"/>
              <a:t>감전 파괴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파괴배율</a:t>
            </a:r>
            <a:r>
              <a:rPr lang="en-US" altLang="ko-KR" dirty="0"/>
              <a:t>)</a:t>
            </a:r>
            <a:r>
              <a:rPr lang="ko-KR" altLang="en-US" dirty="0"/>
              <a:t>과 연동 </a:t>
            </a:r>
            <a:r>
              <a:rPr lang="en-US" altLang="ko-KR" dirty="0"/>
              <a:t>x -1</a:t>
            </a:r>
            <a:br>
              <a:rPr lang="en-US" altLang="ko-KR" dirty="0"/>
            </a:br>
            <a:r>
              <a:rPr lang="ko-KR" altLang="en-US" dirty="0"/>
              <a:t>빙결 파괴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빙결 유물 적용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별 </a:t>
            </a:r>
            <a:r>
              <a:rPr lang="en-US" altLang="ko-KR" b="1" dirty="0"/>
              <a:t>(</a:t>
            </a:r>
            <a:r>
              <a:rPr lang="ko-KR" altLang="en-US" b="1" dirty="0"/>
              <a:t>즐겨찾기</a:t>
            </a:r>
            <a:r>
              <a:rPr lang="en-US" altLang="ko-KR" b="1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유저가 즐겨찾기 한 게 맨 위로 올라옴</a:t>
            </a:r>
            <a:r>
              <a:rPr lang="en-US" altLang="ko-KR" dirty="0"/>
              <a:t>(</a:t>
            </a:r>
            <a:r>
              <a:rPr lang="ko-KR" altLang="en-US" dirty="0"/>
              <a:t>유저가 별 </a:t>
            </a:r>
            <a:r>
              <a:rPr lang="ko-KR" altLang="en-US" dirty="0" err="1"/>
              <a:t>누른거</a:t>
            </a:r>
            <a:r>
              <a:rPr lang="ko-KR" altLang="en-US" dirty="0"/>
              <a:t> 순서대로 맨 위로 올라감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캐릭터별 권장 태그가 기본적으로 즐겨찾기 되어있을까</a:t>
            </a:r>
            <a:r>
              <a:rPr lang="en-US" altLang="ko-KR" dirty="0"/>
              <a:t>?</a:t>
            </a:r>
            <a:r>
              <a:rPr lang="ko-KR" altLang="en-US" dirty="0"/>
              <a:t>하는 얘기가 있었음</a:t>
            </a:r>
            <a:r>
              <a:rPr lang="en-US" altLang="ko-KR" dirty="0"/>
              <a:t>(</a:t>
            </a:r>
            <a:r>
              <a:rPr lang="ko-KR" altLang="en-US" dirty="0"/>
              <a:t>중요하진 않음</a:t>
            </a:r>
            <a:r>
              <a:rPr lang="en-US" altLang="ko-KR" dirty="0"/>
              <a:t>. </a:t>
            </a:r>
            <a:r>
              <a:rPr lang="ko-KR" altLang="en-US" dirty="0"/>
              <a:t>있음 좋음</a:t>
            </a:r>
            <a:r>
              <a:rPr lang="en-US" altLang="ko-KR" dirty="0"/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32CCBD-85F3-ED11-9AAF-4C36D7E3B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208308"/>
            <a:ext cx="4704551" cy="487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5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00A2B-26D4-AD7F-C557-396614E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ECB721-BB18-379E-C1BA-4DD47293883B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보상 </a:t>
            </a:r>
            <a:r>
              <a:rPr lang="ko-KR" altLang="en-US" b="1" dirty="0" err="1"/>
              <a:t>획득창</a:t>
            </a:r>
            <a:endParaRPr lang="ko-KR" altLang="en-US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566841-0C93-82B5-9098-17106208D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025236"/>
            <a:ext cx="5378131" cy="30133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B2FF99-9681-09CD-E15E-29997E140955}"/>
              </a:ext>
            </a:extLst>
          </p:cNvPr>
          <p:cNvSpPr txBox="1"/>
          <p:nvPr/>
        </p:nvSpPr>
        <p:spPr>
          <a:xfrm>
            <a:off x="6096000" y="498764"/>
            <a:ext cx="5632548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등장하게 되면서 변경된 점</a:t>
            </a:r>
            <a:endParaRPr lang="en-US" altLang="ko-KR" b="1" dirty="0"/>
          </a:p>
          <a:p>
            <a:r>
              <a:rPr lang="ko-KR" altLang="en-US" dirty="0"/>
              <a:t> 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</a:t>
            </a:r>
            <a:r>
              <a:rPr lang="ko-KR" altLang="en-US" dirty="0"/>
              <a:t>이 추가되어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누르면 보상 선택 </a:t>
            </a:r>
            <a:r>
              <a:rPr lang="en-US" altLang="ko-KR" dirty="0"/>
              <a:t>UI</a:t>
            </a:r>
            <a:r>
              <a:rPr lang="ko-KR" altLang="en-US" dirty="0"/>
              <a:t>가 전체적으로 아래로 내려가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게임 진행 화면을 살펴볼 수 있게 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짝을 이루는 △버튼이 있어 다시 펼칠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손패 정도만 살펴볼 수 있고 게임 진행은 불가능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이건 보물같이 게임 도중 등장하는 상황에서만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보</a:t>
            </a:r>
            <a:r>
              <a:rPr lang="ko-KR" altLang="en-US" b="1" dirty="0"/>
              <a:t>상 개수를 여럿 선택 가능하게 되면서</a:t>
            </a:r>
            <a:r>
              <a:rPr lang="en-US" altLang="ko-KR" b="1" dirty="0"/>
              <a:t> </a:t>
            </a:r>
            <a:r>
              <a:rPr lang="ko-KR" altLang="en-US" b="1" dirty="0"/>
              <a:t>변경된 점</a:t>
            </a:r>
            <a:endParaRPr lang="en-US" altLang="ko-KR" b="1" dirty="0"/>
          </a:p>
          <a:p>
            <a:endParaRPr lang="en-US" altLang="ko-KR" dirty="0"/>
          </a:p>
          <a:p>
            <a:r>
              <a:rPr lang="en-US" altLang="ko-KR" dirty="0"/>
              <a:t>Select all</a:t>
            </a:r>
            <a:r>
              <a:rPr lang="ko-KR" altLang="en-US" dirty="0"/>
              <a:t>버튼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선택하기</a:t>
            </a:r>
            <a:r>
              <a:rPr lang="en-US" altLang="ko-KR" dirty="0"/>
              <a:t>/</a:t>
            </a:r>
            <a:r>
              <a:rPr lang="ko-KR" altLang="en-US" dirty="0"/>
              <a:t>취소하기가 마우스 오버에서 표기</a:t>
            </a:r>
            <a:endParaRPr lang="en-US" altLang="ko-KR" dirty="0"/>
          </a:p>
          <a:p>
            <a:r>
              <a:rPr lang="ko-KR" altLang="en-US" dirty="0"/>
              <a:t>선택 기능 추가</a:t>
            </a:r>
            <a:endParaRPr lang="en-US" altLang="ko-KR" dirty="0"/>
          </a:p>
          <a:p>
            <a:r>
              <a:rPr lang="ko-KR" altLang="en-US" dirty="0"/>
              <a:t>선택 가능 카드 수량 표기 </a:t>
            </a:r>
            <a:r>
              <a:rPr lang="en-US" altLang="ko-KR" dirty="0"/>
              <a:t>(n/m)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경고문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6"/>
                </a:solidFill>
              </a:rPr>
              <a:t>그</a:t>
            </a:r>
            <a:r>
              <a:rPr lang="ko-KR" altLang="en-US" b="1" dirty="0"/>
              <a:t>냥 추가된 점</a:t>
            </a:r>
            <a:endParaRPr lang="en-US" altLang="ko-KR" b="1" dirty="0"/>
          </a:p>
          <a:p>
            <a:r>
              <a:rPr lang="ko-KR" altLang="en-US" dirty="0"/>
              <a:t>보상 내용에 골드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텍스트 버튼</a:t>
            </a:r>
            <a:r>
              <a:rPr lang="en-US" altLang="ko-KR" dirty="0"/>
              <a:t>(         )</a:t>
            </a:r>
            <a:r>
              <a:rPr lang="ko-KR" altLang="en-US" dirty="0"/>
              <a:t>은 마우스 오버 시 밑줄로 강조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화면의            처럼</a:t>
            </a:r>
            <a:r>
              <a:rPr lang="en-US" altLang="ko-KR" dirty="0"/>
              <a:t>)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A6AB122-6C69-718C-B71F-C30DEA34A767}"/>
              </a:ext>
            </a:extLst>
          </p:cNvPr>
          <p:cNvSpPr/>
          <p:nvPr/>
        </p:nvSpPr>
        <p:spPr>
          <a:xfrm>
            <a:off x="2817090" y="969695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ED584F-D724-9752-4C2C-760207BA3DC2}"/>
              </a:ext>
            </a:extLst>
          </p:cNvPr>
          <p:cNvCxnSpPr>
            <a:stCxn id="7" idx="3"/>
          </p:cNvCxnSpPr>
          <p:nvPr/>
        </p:nvCxnSpPr>
        <p:spPr>
          <a:xfrm>
            <a:off x="3472872" y="1071356"/>
            <a:ext cx="27154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04BCE9-F89B-816E-6138-DB8DF111F980}"/>
              </a:ext>
            </a:extLst>
          </p:cNvPr>
          <p:cNvSpPr/>
          <p:nvPr/>
        </p:nvSpPr>
        <p:spPr>
          <a:xfrm>
            <a:off x="4867563" y="3713018"/>
            <a:ext cx="323273" cy="23090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FF19D31-02B7-7C91-E004-9C7F1D8EDBD0}"/>
              </a:ext>
            </a:extLst>
          </p:cNvPr>
          <p:cNvSpPr/>
          <p:nvPr/>
        </p:nvSpPr>
        <p:spPr>
          <a:xfrm>
            <a:off x="2073563" y="3313547"/>
            <a:ext cx="2134017" cy="63037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9A531E-8A8F-F4B5-7F83-ABAD4580F3D8}"/>
              </a:ext>
            </a:extLst>
          </p:cNvPr>
          <p:cNvSpPr/>
          <p:nvPr/>
        </p:nvSpPr>
        <p:spPr>
          <a:xfrm>
            <a:off x="2812888" y="2410989"/>
            <a:ext cx="1888421" cy="27679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27F57B7-AF40-E7DE-B16D-614A7901BB42}"/>
              </a:ext>
            </a:extLst>
          </p:cNvPr>
          <p:cNvSpPr/>
          <p:nvPr/>
        </p:nvSpPr>
        <p:spPr>
          <a:xfrm>
            <a:off x="3842328" y="1602775"/>
            <a:ext cx="1182254" cy="38303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221AF0-B3E0-7C34-2B6C-7F4BF68C3721}"/>
              </a:ext>
            </a:extLst>
          </p:cNvPr>
          <p:cNvSpPr txBox="1"/>
          <p:nvPr/>
        </p:nvSpPr>
        <p:spPr>
          <a:xfrm>
            <a:off x="336243" y="4200350"/>
            <a:ext cx="563254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기존에는 카드를 한 번 클릭 → 선택하기 문구가 표시 → 한번 더 클릭하여</a:t>
            </a:r>
            <a:endParaRPr lang="en-US" altLang="ko-KR" sz="1200" dirty="0"/>
          </a:p>
          <a:p>
            <a:r>
              <a:rPr lang="ko-KR" altLang="en-US" sz="1200" dirty="0"/>
              <a:t>카드를 선택함과 동시에 다음 화면</a:t>
            </a:r>
            <a:r>
              <a:rPr lang="en-US" altLang="ko-KR" sz="1200" dirty="0"/>
              <a:t>(</a:t>
            </a:r>
            <a:r>
              <a:rPr lang="ko-KR" altLang="en-US" sz="1200" dirty="0"/>
              <a:t>상점</a:t>
            </a:r>
            <a:r>
              <a:rPr lang="en-US" altLang="ko-KR" sz="1200" dirty="0"/>
              <a:t>)</a:t>
            </a:r>
            <a:r>
              <a:rPr lang="ko-KR" altLang="en-US" sz="1200" dirty="0"/>
              <a:t>으로 바로 넘어갔지만</a:t>
            </a:r>
            <a:r>
              <a:rPr lang="en-US" altLang="ko-KR" sz="1200" dirty="0"/>
              <a:t>,</a:t>
            </a:r>
          </a:p>
          <a:p>
            <a:endParaRPr lang="en-US" altLang="ko-KR" sz="1200" dirty="0"/>
          </a:p>
          <a:p>
            <a:r>
              <a:rPr lang="ko-KR" altLang="en-US" sz="1200" dirty="0"/>
              <a:t>보물 기획을 통해 해당 화면이 보다 자주 등장하게 되면서</a:t>
            </a:r>
            <a:endParaRPr lang="en-US" altLang="ko-KR" sz="1200" dirty="0"/>
          </a:p>
          <a:p>
            <a:r>
              <a:rPr lang="ko-KR" altLang="en-US" sz="1200" dirty="0"/>
              <a:t>여러 카드의 조작을 빠르게 해 넘어갈 수 있도록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카드 선택은 클릭 한번으로 되도록 변경했습니다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동시에 사고율을 줄이기 위해 </a:t>
            </a:r>
            <a:r>
              <a:rPr lang="ko-KR" altLang="en-US" sz="1200" dirty="0" err="1"/>
              <a:t>우하단</a:t>
            </a:r>
            <a:r>
              <a:rPr lang="ko-KR" altLang="en-US" sz="1200" dirty="0"/>
              <a:t> </a:t>
            </a:r>
            <a:r>
              <a:rPr lang="en-US" altLang="ko-KR" sz="1200" dirty="0"/>
              <a:t>next</a:t>
            </a:r>
            <a:r>
              <a:rPr lang="ko-KR" altLang="en-US" sz="1200" dirty="0"/>
              <a:t>를 통해 넘어가도록 변경했습니다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(</a:t>
            </a:r>
            <a:r>
              <a:rPr lang="ko-KR" altLang="en-US" sz="1200" dirty="0"/>
              <a:t>아무 카드도 선택하지 않은 경우 </a:t>
            </a:r>
            <a:r>
              <a:rPr lang="en-US" altLang="ko-KR" sz="1200" dirty="0"/>
              <a:t>skip</a:t>
            </a:r>
            <a:r>
              <a:rPr lang="ko-KR" altLang="en-US" sz="1200" dirty="0"/>
              <a:t>→으로 표기되고</a:t>
            </a:r>
            <a:r>
              <a:rPr lang="en-US" altLang="ko-KR" sz="1200" dirty="0"/>
              <a:t>, </a:t>
            </a:r>
            <a:r>
              <a:rPr lang="ko-KR" altLang="en-US" sz="1200" dirty="0"/>
              <a:t>기능은 동일합니다</a:t>
            </a:r>
            <a:r>
              <a:rPr lang="en-US" altLang="ko-KR" sz="1200" dirty="0"/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※ “Select all”</a:t>
            </a:r>
            <a:r>
              <a:rPr lang="ko-KR" altLang="en-US" sz="1200" dirty="0">
                <a:solidFill>
                  <a:srgbClr val="FF0000"/>
                </a:solidFill>
              </a:rPr>
              <a:t>은 모두 체크될 뿐 다음 화면으로 넘어가지지 않습니다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2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B6D64D-B98E-A16D-C06A-BAF8D4B76DF5}"/>
              </a:ext>
            </a:extLst>
          </p:cNvPr>
          <p:cNvSpPr/>
          <p:nvPr/>
        </p:nvSpPr>
        <p:spPr>
          <a:xfrm>
            <a:off x="1252150" y="1579715"/>
            <a:ext cx="1182255" cy="17338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B8E10C-0550-C43C-1436-8F780562C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9378" y="5942200"/>
            <a:ext cx="571500" cy="1238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0BA9FB4-BA95-4DA8-54B2-B329E84D67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76" y="6073865"/>
            <a:ext cx="400050" cy="1143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E827A0D-6C5D-3751-5362-192685129FD3}"/>
              </a:ext>
            </a:extLst>
          </p:cNvPr>
          <p:cNvSpPr txBox="1"/>
          <p:nvPr/>
        </p:nvSpPr>
        <p:spPr>
          <a:xfrm>
            <a:off x="5067331" y="4770935"/>
            <a:ext cx="56325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Select all</a:t>
            </a:r>
            <a:r>
              <a:rPr lang="ko-KR" altLang="en-US" sz="1200" dirty="0"/>
              <a:t>과 </a:t>
            </a:r>
            <a:r>
              <a:rPr lang="en-US" altLang="ko-KR" sz="1200" dirty="0"/>
              <a:t>next</a:t>
            </a:r>
            <a:r>
              <a:rPr lang="ko-KR" altLang="en-US" sz="1200" dirty="0"/>
              <a:t>→</a:t>
            </a:r>
            <a:endParaRPr lang="en-US" altLang="ko-KR" sz="12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B8C2ED8-19D8-1958-71D9-B08EBC83C8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6950" y="5745305"/>
            <a:ext cx="361950" cy="1428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4B90EFF-89C7-9F20-9320-4D0E17D7A0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76" y="6206637"/>
            <a:ext cx="361950" cy="14287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42DE3363-924C-4955-4180-D22F18FC28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7656" y="6361057"/>
            <a:ext cx="885949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816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1FFCF-0173-664E-02CD-623290831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B12B82F-4E26-76D1-C2A8-19F2A1D427DE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팝업 접기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2FC37F6-4F7D-792F-A53B-93FD55C60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49" y="1136217"/>
            <a:ext cx="4497637" cy="9696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09AC6A-2D6A-00A1-45B7-55DAFFBCD4FB}"/>
              </a:ext>
            </a:extLst>
          </p:cNvPr>
          <p:cNvSpPr txBox="1"/>
          <p:nvPr/>
        </p:nvSpPr>
        <p:spPr>
          <a:xfrm>
            <a:off x="5089237" y="1254099"/>
            <a:ext cx="5632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▽접기 버튼</a:t>
            </a:r>
            <a:endParaRPr lang="en-US" altLang="ko-KR" b="1" dirty="0"/>
          </a:p>
          <a:p>
            <a:r>
              <a:rPr lang="ko-KR" altLang="en-US" dirty="0"/>
              <a:t>빨간색 라인 너머</a:t>
            </a:r>
            <a:r>
              <a:rPr lang="en-US" altLang="ko-KR" dirty="0"/>
              <a:t> (</a:t>
            </a:r>
            <a:r>
              <a:rPr lang="ko-KR" altLang="en-US" dirty="0"/>
              <a:t>클릭 범위</a:t>
            </a:r>
            <a:r>
              <a:rPr lang="en-US" altLang="ko-KR" dirty="0"/>
              <a:t>)</a:t>
            </a:r>
            <a:r>
              <a:rPr lang="ko-KR" altLang="en-US" dirty="0"/>
              <a:t>로 마우스를 올리면</a:t>
            </a:r>
            <a:endParaRPr lang="en-US" altLang="ko-KR" dirty="0"/>
          </a:p>
          <a:p>
            <a:r>
              <a:rPr lang="ko-KR" altLang="en-US" dirty="0"/>
              <a:t>튀어나오는 연출</a:t>
            </a:r>
            <a:endParaRPr lang="en-US" altLang="ko-KR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082E08D-C445-70FC-EE19-6443344B3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52" y="2341299"/>
            <a:ext cx="5004475" cy="28192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AD259D0-9C4F-355A-8046-0AAEDA291B2F}"/>
              </a:ext>
            </a:extLst>
          </p:cNvPr>
          <p:cNvSpPr txBox="1"/>
          <p:nvPr/>
        </p:nvSpPr>
        <p:spPr>
          <a:xfrm>
            <a:off x="5601855" y="2387481"/>
            <a:ext cx="56325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반툼여</a:t>
            </a:r>
            <a:r>
              <a:rPr lang="ko-KR" altLang="en-US" dirty="0"/>
              <a:t> 어두운 배경</a:t>
            </a:r>
            <a:r>
              <a:rPr lang="en-US" altLang="ko-KR" dirty="0"/>
              <a:t>(</a:t>
            </a:r>
            <a:r>
              <a:rPr lang="ko-KR" altLang="en-US" dirty="0" err="1"/>
              <a:t>틸드처리</a:t>
            </a:r>
            <a:r>
              <a:rPr lang="en-US" altLang="ko-KR" dirty="0"/>
              <a:t>)</a:t>
            </a:r>
            <a:r>
              <a:rPr lang="ko-KR" altLang="en-US" dirty="0"/>
              <a:t>째로</a:t>
            </a:r>
            <a:endParaRPr lang="en-US" altLang="ko-KR" dirty="0"/>
          </a:p>
          <a:p>
            <a:r>
              <a:rPr lang="ko-KR" altLang="en-US" dirty="0"/>
              <a:t>화면 전체가 아래로 접히며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하단에 △펼치기 버튼이</a:t>
            </a:r>
            <a:endParaRPr lang="en-US" altLang="ko-KR" dirty="0"/>
          </a:p>
          <a:p>
            <a:r>
              <a:rPr lang="ko-KR" altLang="en-US" dirty="0"/>
              <a:t>▽접기 버튼과 동일하게 위치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상단은 어림잡아 클릭 범위를 넓게 지정해도 되는데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하단은 카드나 덱</a:t>
            </a:r>
            <a:r>
              <a:rPr lang="en-US" altLang="ko-KR" dirty="0"/>
              <a:t>/</a:t>
            </a:r>
            <a:r>
              <a:rPr lang="ko-KR" altLang="en-US" dirty="0"/>
              <a:t>묘지를 살펴보기 위한 상호작용이 있어서 </a:t>
            </a:r>
            <a:r>
              <a:rPr lang="ko-KR" altLang="en-US" dirty="0" err="1"/>
              <a:t>디테일하게</a:t>
            </a:r>
            <a:r>
              <a:rPr lang="ko-KR" altLang="en-US" dirty="0"/>
              <a:t> 설정해줘야 할 것 같다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주황색으로 표시한 부분을 제외하는 작업</a:t>
            </a:r>
            <a:r>
              <a:rPr lang="en-US" altLang="ko-KR" dirty="0"/>
              <a:t>)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A8D3246-A31F-E36F-D029-045A0505C867}"/>
              </a:ext>
            </a:extLst>
          </p:cNvPr>
          <p:cNvSpPr/>
          <p:nvPr/>
        </p:nvSpPr>
        <p:spPr>
          <a:xfrm>
            <a:off x="2628562" y="5003432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5CB5882F-5825-6523-486C-77ECCA9B3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52" y="5395982"/>
            <a:ext cx="6654784" cy="449948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AE41D8-07D9-56C6-D0DE-0ED15B631A2D}"/>
              </a:ext>
            </a:extLst>
          </p:cNvPr>
          <p:cNvSpPr/>
          <p:nvPr/>
        </p:nvSpPr>
        <p:spPr>
          <a:xfrm>
            <a:off x="450414" y="5576513"/>
            <a:ext cx="3096350" cy="14527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28B838B-7D58-7E25-26C0-ACC22DD01501}"/>
              </a:ext>
            </a:extLst>
          </p:cNvPr>
          <p:cNvSpPr/>
          <p:nvPr/>
        </p:nvSpPr>
        <p:spPr>
          <a:xfrm>
            <a:off x="4053680" y="5566588"/>
            <a:ext cx="3096350" cy="14527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298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03AC68E-E299-A51C-D536-7E9B7FF1C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452" y="1007051"/>
            <a:ext cx="5319634" cy="2992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D82223-5778-4BED-1CB4-723F9084F492}"/>
              </a:ext>
            </a:extLst>
          </p:cNvPr>
          <p:cNvSpPr txBox="1"/>
          <p:nvPr/>
        </p:nvSpPr>
        <p:spPr>
          <a:xfrm>
            <a:off x="463452" y="56341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이벤트창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F8ECE-C7A4-2FFC-4653-AEB90315523C}"/>
              </a:ext>
            </a:extLst>
          </p:cNvPr>
          <p:cNvSpPr txBox="1"/>
          <p:nvPr/>
        </p:nvSpPr>
        <p:spPr>
          <a:xfrm>
            <a:off x="6096000" y="563419"/>
            <a:ext cx="56325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등장하므로</a:t>
            </a:r>
            <a:endParaRPr lang="en-US" altLang="ko-KR" b="1" dirty="0"/>
          </a:p>
          <a:p>
            <a:r>
              <a:rPr lang="ko-KR" altLang="en-US" dirty="0"/>
              <a:t>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)”,</a:t>
            </a:r>
          </a:p>
          <a:p>
            <a:r>
              <a:rPr lang="ko-KR" altLang="en-US" dirty="0"/>
              <a:t>하단에 덱 보기 버튼이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기</a:t>
            </a:r>
            <a:r>
              <a:rPr lang="ko-KR" altLang="en-US" b="1" dirty="0"/>
              <a:t>능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이벤트별 이미지 표기</a:t>
            </a:r>
            <a:endParaRPr lang="en-US" altLang="ko-KR" dirty="0"/>
          </a:p>
          <a:p>
            <a:r>
              <a:rPr lang="ko-KR" altLang="en-US" dirty="0"/>
              <a:t>이벤트 내용 표기</a:t>
            </a:r>
            <a:endParaRPr lang="en-US" altLang="ko-KR" dirty="0"/>
          </a:p>
          <a:p>
            <a:r>
              <a:rPr lang="ko-KR" altLang="en-US" dirty="0"/>
              <a:t>내용이 길어지면 스크롤 가능</a:t>
            </a:r>
            <a:endParaRPr lang="en-US" altLang="ko-KR" dirty="0"/>
          </a:p>
          <a:p>
            <a:r>
              <a:rPr lang="ko-KR" altLang="en-US" dirty="0"/>
              <a:t>선택지</a:t>
            </a:r>
            <a:r>
              <a:rPr lang="en-US" altLang="ko-KR" dirty="0"/>
              <a:t>(</a:t>
            </a:r>
            <a:r>
              <a:rPr lang="ko-KR" altLang="en-US" dirty="0"/>
              <a:t>예시에선 아니지만 텍스트 최하단에 위치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선택지는 텍스트 내용과 분리된 색상으로 표시</a:t>
            </a:r>
            <a:endParaRPr lang="en-US" altLang="ko-KR" dirty="0"/>
          </a:p>
          <a:p>
            <a:r>
              <a:rPr lang="ko-KR" altLang="en-US" dirty="0"/>
              <a:t>마우스 오버로 강조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조건에 의해 선택 못 하는 선택지는</a:t>
            </a:r>
            <a:r>
              <a:rPr lang="en-US" altLang="ko-KR" dirty="0"/>
              <a:t> </a:t>
            </a:r>
            <a:r>
              <a:rPr lang="ko-KR" altLang="en-US" strike="sngStrike" dirty="0" err="1"/>
              <a:t>줄처리</a:t>
            </a:r>
            <a:r>
              <a:rPr lang="ko-KR" altLang="en-US" dirty="0"/>
              <a:t> 할거임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40800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CACE6-D6A6-4DC4-D160-15AB88D04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4392E95-E307-6C5F-33B7-F735601F7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54957C-E100-CC9C-E286-8EEA26B7F850}"/>
              </a:ext>
            </a:extLst>
          </p:cNvPr>
          <p:cNvSpPr txBox="1"/>
          <p:nvPr/>
        </p:nvSpPr>
        <p:spPr>
          <a:xfrm>
            <a:off x="669637" y="563419"/>
            <a:ext cx="106171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방해 타일 타격 금지 유물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유물 </a:t>
            </a:r>
            <a:r>
              <a:rPr lang="en-US" altLang="ko-KR" dirty="0"/>
              <a:t>‘</a:t>
            </a:r>
            <a:r>
              <a:rPr lang="ko-KR" altLang="en-US" dirty="0"/>
              <a:t>흔들리는 발판</a:t>
            </a:r>
            <a:r>
              <a:rPr lang="en-US" altLang="ko-KR" dirty="0"/>
              <a:t>’(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- [</a:t>
            </a:r>
            <a:r>
              <a:rPr lang="ko-KR" altLang="en-US" dirty="0"/>
              <a:t>불안정</a:t>
            </a:r>
            <a:r>
              <a:rPr lang="en-US" altLang="ko-KR" dirty="0"/>
              <a:t>] </a:t>
            </a:r>
            <a:r>
              <a:rPr lang="ko-KR" altLang="en-US" dirty="0"/>
              <a:t>부여</a:t>
            </a:r>
            <a:r>
              <a:rPr lang="en-US" altLang="ko-KR" dirty="0"/>
              <a:t>, </a:t>
            </a:r>
            <a:r>
              <a:rPr lang="ko-KR" altLang="en-US" dirty="0"/>
              <a:t>불안정 태그 카드 등장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불안정 </a:t>
            </a:r>
            <a:r>
              <a:rPr lang="en-US" altLang="ko-KR" b="1" dirty="0"/>
              <a:t>UI </a:t>
            </a:r>
            <a:r>
              <a:rPr lang="en-US" altLang="ko-KR" dirty="0"/>
              <a:t>– </a:t>
            </a:r>
            <a:r>
              <a:rPr lang="ko-KR" altLang="en-US" dirty="0"/>
              <a:t>캐릭터 옆에 게이지 추가 </a:t>
            </a:r>
            <a:r>
              <a:rPr lang="en-US" altLang="ko-KR" dirty="0"/>
              <a:t>/ </a:t>
            </a:r>
            <a:r>
              <a:rPr lang="ko-KR" altLang="en-US" dirty="0"/>
              <a:t>마우스 </a:t>
            </a:r>
            <a:r>
              <a:rPr lang="ko-KR" altLang="en-US" dirty="0" err="1"/>
              <a:t>오버시</a:t>
            </a:r>
            <a:r>
              <a:rPr lang="ko-KR" altLang="en-US" dirty="0"/>
              <a:t> 설명 표기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최대 </a:t>
            </a:r>
            <a:r>
              <a:rPr lang="en-US" altLang="ko-KR" dirty="0"/>
              <a:t>10 / </a:t>
            </a:r>
            <a:r>
              <a:rPr lang="ko-KR" altLang="en-US" dirty="0"/>
              <a:t>방해 타일 </a:t>
            </a:r>
            <a:r>
              <a:rPr lang="ko-KR" altLang="en-US" dirty="0" err="1"/>
              <a:t>타격시</a:t>
            </a:r>
            <a:r>
              <a:rPr lang="ko-KR" altLang="en-US" dirty="0"/>
              <a:t> </a:t>
            </a:r>
            <a:r>
              <a:rPr lang="en-US" altLang="ko-KR" dirty="0"/>
              <a:t>+ 1 / 10 </a:t>
            </a:r>
            <a:r>
              <a:rPr lang="ko-KR" altLang="en-US" dirty="0" err="1"/>
              <a:t>달성시</a:t>
            </a:r>
            <a:r>
              <a:rPr lang="ko-KR" altLang="en-US" dirty="0"/>
              <a:t> 게임 오버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유물</a:t>
            </a:r>
            <a:endParaRPr lang="en-US" altLang="ko-KR" b="1" dirty="0"/>
          </a:p>
          <a:p>
            <a:r>
              <a:rPr lang="ko-KR" altLang="en-US" dirty="0"/>
              <a:t>불안정</a:t>
            </a:r>
            <a:r>
              <a:rPr lang="en-US" altLang="ko-KR" dirty="0"/>
              <a:t> </a:t>
            </a:r>
            <a:r>
              <a:rPr lang="ko-KR" altLang="en-US" dirty="0"/>
              <a:t>룬 </a:t>
            </a:r>
            <a:r>
              <a:rPr lang="en-US" altLang="ko-KR" dirty="0"/>
              <a:t>– </a:t>
            </a:r>
            <a:r>
              <a:rPr lang="ko-KR" altLang="en-US" dirty="0"/>
              <a:t>불안정이 </a:t>
            </a:r>
            <a:r>
              <a:rPr lang="en-US" altLang="ko-KR" dirty="0"/>
              <a:t>1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(</a:t>
            </a:r>
            <a:r>
              <a:rPr lang="ko-KR" altLang="en-US" dirty="0"/>
              <a:t>이미 불안정 룬을 가지고 있다면 다음 단계로 변경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불안정 룬</a:t>
            </a:r>
            <a:r>
              <a:rPr lang="en-US" altLang="ko-KR" dirty="0"/>
              <a:t>+ - </a:t>
            </a:r>
            <a:r>
              <a:rPr lang="ko-KR" altLang="en-US" dirty="0"/>
              <a:t>불안정이 </a:t>
            </a:r>
            <a:r>
              <a:rPr lang="en-US" altLang="ko-KR" dirty="0"/>
              <a:t>2 </a:t>
            </a:r>
            <a:r>
              <a:rPr lang="ko-KR" altLang="en-US" dirty="0"/>
              <a:t>이하로 내려가지 않음</a:t>
            </a:r>
            <a:endParaRPr lang="en-US" altLang="ko-KR" dirty="0"/>
          </a:p>
          <a:p>
            <a:r>
              <a:rPr lang="ko-KR" altLang="en-US" dirty="0"/>
              <a:t>불안정 룬</a:t>
            </a:r>
            <a:r>
              <a:rPr lang="en-US" altLang="ko-KR" dirty="0"/>
              <a:t>++ - </a:t>
            </a:r>
            <a:r>
              <a:rPr lang="ko-KR" altLang="en-US" dirty="0"/>
              <a:t>불안정이 </a:t>
            </a:r>
            <a:r>
              <a:rPr lang="en-US" altLang="ko-KR" dirty="0"/>
              <a:t>3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… </a:t>
            </a:r>
            <a:r>
              <a:rPr lang="ko-KR" altLang="en-US" dirty="0"/>
              <a:t>등으로 총 타격 횟수 낮춰 난이도 올리기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무너지는 발판</a:t>
            </a:r>
            <a:r>
              <a:rPr lang="en-US" altLang="ko-KR" dirty="0"/>
              <a:t>’ – 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이 초기화 되지 않음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카드</a:t>
            </a:r>
            <a:endParaRPr lang="en-US" altLang="ko-KR" b="1" dirty="0"/>
          </a:p>
          <a:p>
            <a:r>
              <a:rPr lang="en-US" altLang="ko-KR" dirty="0"/>
              <a:t> </a:t>
            </a:r>
            <a:r>
              <a:rPr lang="ko-KR" altLang="en-US" dirty="0"/>
              <a:t>불안정 회복</a:t>
            </a:r>
            <a:r>
              <a:rPr lang="en-US" altLang="ko-KR" dirty="0"/>
              <a:t>, </a:t>
            </a:r>
            <a:r>
              <a:rPr lang="ko-KR" altLang="en-US" dirty="0"/>
              <a:t>불안정 방지 카드</a:t>
            </a:r>
            <a:r>
              <a:rPr lang="en-US" altLang="ko-KR" dirty="0"/>
              <a:t>, </a:t>
            </a:r>
            <a:r>
              <a:rPr lang="ko-KR" altLang="en-US" dirty="0"/>
              <a:t>불안정을 증가하고 보너스를 받는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등을 </a:t>
            </a:r>
            <a:r>
              <a:rPr lang="en-US" altLang="ko-KR" dirty="0"/>
              <a:t>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 태그 달고 추가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79173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835</Words>
  <Application>Microsoft Office PowerPoint</Application>
  <PresentationFormat>와이드스크린</PresentationFormat>
  <Paragraphs>137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</dc:creator>
  <cp:lastModifiedBy>퓨 체</cp:lastModifiedBy>
  <cp:revision>8</cp:revision>
  <dcterms:created xsi:type="dcterms:W3CDTF">2026-01-12T19:58:29Z</dcterms:created>
  <dcterms:modified xsi:type="dcterms:W3CDTF">2026-04-17T12:43:30Z</dcterms:modified>
</cp:coreProperties>
</file>