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FC52C-51BC-8807-7CBD-38BE7EF6E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A1B9274-94C6-6397-94FE-D48153D233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7A06DA-0EEB-92D8-6D10-10028AE5D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DB644D-8C91-D65F-3F68-BE623534C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C0FAB0-5423-50E7-7C7F-2D2A825D7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851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73EB16-EC46-1930-BF50-0E344BF2C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0521C9-E0A2-7DB7-BDD6-6FA8BC14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A3C1F7-AC3E-2920-A88C-E400F0A6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D87632-26B8-8710-FDBB-1EE54BEC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94BF45-CF83-9AAF-C989-DE6FCC696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7085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FD1636-AC19-CC97-23D1-4DA7D731F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917DA2-3AB4-F16C-817C-A70907BA8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A907027-5C37-07F3-1B43-019E15802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FB8DBF-5490-AACA-5A3D-49641A8F7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F8193D-2EE7-18D8-90BC-E45719FB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737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F401DB-DEAA-22E7-3FBF-6F96D0BC3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AACD5A-5963-ADDF-9D46-B78C0A17C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ED062D-4CF7-D447-944F-DB07EDE3C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633EA4-3F63-0653-4215-2B34CBD59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3CE5CA-F7E5-C265-319C-3D707CADB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098371-0E47-999F-4166-35FADB44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1413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DDBE0-56D4-6D7E-0F93-A8A50807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AD03B-E156-BDF5-A78B-9C3277BB0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9B20DE-3749-AC01-3207-2664BC68C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21E1BA-B1B1-962D-B74E-B97D8B89E5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4205A5-DDEC-560C-49C4-13A4E5041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90FBC-AB7E-588C-2BB2-87DC80C1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AAF472-D8CD-0F60-646C-4373B165A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1136FB-2295-3978-D693-51B44B0DA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703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31DBC9-453A-A11A-965D-35592C8D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12E5160-ED96-F7FA-CDAF-EB7544C44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95B22C-8D3B-3591-DBFE-BA035C35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D3BF95-426E-504C-3F22-7D6E3B3E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375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FC915CC-8AC9-C07B-89C9-51FACB76B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C98CCC-BE3C-3CB9-29B1-7D5D63A1F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10CA7F-BBE4-8E37-2933-37FCFF192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5176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F851B-A1D3-F4A3-9895-B2302E0B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7090F-3302-61B9-83A4-7ABC3A45B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53F9F86-D5D3-69E4-5730-4DD19EC1C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D746C13-572E-1681-FF05-04B696CC0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21170B-7035-FAA2-F634-59ABA1AB2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C11BD6-22B5-781E-09FA-BD423A336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83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CF2BC-0D51-D4DE-3D9D-F9030BFA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F426AC-158F-8D3B-7E35-6587F2BAEE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A9212A5-BF44-51E5-8961-20B0E1F8C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1B8ABA-90A6-59DD-BC67-6F9F3D1CA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256D6-17FB-1F99-9584-59EA4E934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5A41C2D-E737-A777-5568-B39BFA0B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8716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F8F9D-697C-D810-18B7-B88F6317E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0ADAF7-8F9F-DD79-458C-B135AED151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F15EED-85CD-86B5-B4F2-0C6A86D5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1A9CD7-FEE3-EFC1-AE5C-70E4AECBF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75A413-14B6-A2F1-F9D7-74B4529D8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0659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0FB538D-BB1D-9947-01AF-18E0D1A55C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D35231E-D3B5-87AA-1E8A-A7D20679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C82B3C-C0A0-F903-1237-702C11890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A35CA6-5C05-6676-A34A-2A34144A1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71500-243D-4394-3D8C-549F0AAE7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5491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6A50DC-F643-3DAD-5236-362636E0D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2258B4-2416-A725-464B-696E5E6A3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91CC02-A4AF-7335-03CF-697F848D1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FDF62A-CEF3-4A4B-9978-8C575DC3A030}" type="datetimeFigureOut">
              <a:rPr lang="ko-KR" altLang="en-US" smtClean="0"/>
              <a:t>2026-03-05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75F3F6-BA18-B586-CC63-9039CF636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91DFAE-8A24-BF72-9546-ED6BBACBDC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B7C0AE-4B3B-41C9-8060-F7B9475BAE0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47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8A12E9-F9D9-CFEE-2869-AF4705C5E089}"/>
              </a:ext>
            </a:extLst>
          </p:cNvPr>
          <p:cNvSpPr txBox="1"/>
          <p:nvPr/>
        </p:nvSpPr>
        <p:spPr>
          <a:xfrm>
            <a:off x="748145" y="591127"/>
            <a:ext cx="3712876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인 게임 </a:t>
            </a:r>
            <a:r>
              <a:rPr lang="en-US" altLang="ko-KR" dirty="0"/>
              <a:t>– </a:t>
            </a:r>
            <a:r>
              <a:rPr lang="ko-KR" altLang="en-US" dirty="0"/>
              <a:t>타일 타격 연출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 err="1"/>
              <a:t>인게임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추가 기능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유물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상점 마우스오버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의뢰 설명문</a:t>
            </a:r>
            <a:endParaRPr lang="en-US" altLang="ko-KR" dirty="0"/>
          </a:p>
          <a:p>
            <a:r>
              <a:rPr lang="en-US" altLang="ko-KR" dirty="0"/>
              <a:t>	</a:t>
            </a:r>
          </a:p>
          <a:p>
            <a:r>
              <a:rPr lang="en-US" altLang="ko-KR" dirty="0"/>
              <a:t>-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5198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BB6F7CB-F708-ED01-7B34-218CC45D05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711" y="1256147"/>
            <a:ext cx="1390650" cy="19812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B03452-EB6E-CA88-84E1-FEF920C8E0F2}"/>
              </a:ext>
            </a:extLst>
          </p:cNvPr>
          <p:cNvSpPr txBox="1"/>
          <p:nvPr/>
        </p:nvSpPr>
        <p:spPr>
          <a:xfrm>
            <a:off x="463452" y="563419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타일 타격 연출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12066-2C29-3FDA-34FC-37EFB1A99550}"/>
              </a:ext>
            </a:extLst>
          </p:cNvPr>
          <p:cNvSpPr txBox="1"/>
          <p:nvPr/>
        </p:nvSpPr>
        <p:spPr>
          <a:xfrm>
            <a:off x="475286" y="3429000"/>
            <a:ext cx="779290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타일에 타격을 가하는 카드 사용시</a:t>
            </a:r>
            <a:endParaRPr lang="en-US" altLang="ko-KR" dirty="0"/>
          </a:p>
          <a:p>
            <a:r>
              <a:rPr lang="ko-KR" altLang="en-US" dirty="0"/>
              <a:t>기존 위치에서 좌로 </a:t>
            </a:r>
            <a:r>
              <a:rPr lang="en-US" altLang="ko-KR" dirty="0"/>
              <a:t>1px </a:t>
            </a:r>
            <a:r>
              <a:rPr lang="ko-KR" altLang="en-US" dirty="0"/>
              <a:t>우로 </a:t>
            </a:r>
            <a:r>
              <a:rPr lang="en-US" altLang="ko-KR" dirty="0"/>
              <a:t>1px</a:t>
            </a:r>
            <a:r>
              <a:rPr lang="ko-KR" altLang="en-US" dirty="0"/>
              <a:t>씩 흔들리는 연출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타일 파괴 시</a:t>
            </a:r>
            <a:r>
              <a:rPr lang="en-US" altLang="ko-KR" dirty="0"/>
              <a:t>,</a:t>
            </a:r>
            <a:r>
              <a:rPr lang="ko-KR" altLang="en-US" dirty="0"/>
              <a:t> 파편이 나와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  <a:p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예시 </a:t>
            </a:r>
            <a:r>
              <a:rPr lang="ko-KR" altLang="en-US" dirty="0" err="1">
                <a:solidFill>
                  <a:srgbClr val="FF0000"/>
                </a:solidFill>
              </a:rPr>
              <a:t>파티클은</a:t>
            </a:r>
            <a:r>
              <a:rPr lang="ko-KR" altLang="en-US" dirty="0">
                <a:solidFill>
                  <a:srgbClr val="FF0000"/>
                </a:solidFill>
              </a:rPr>
              <a:t> 포토샵 노가다로 표현했기 때문에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실제 연출과 모양이나 개수가 크게 변할 수 있음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</a:p>
          <a:p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/>
              <a:t>타일 파괴 실패 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타격한 타일만 기존 위치에서 위로 </a:t>
            </a:r>
            <a:r>
              <a:rPr lang="en-US" altLang="ko-KR" dirty="0"/>
              <a:t>1px, </a:t>
            </a:r>
            <a:r>
              <a:rPr lang="ko-KR" altLang="en-US" dirty="0"/>
              <a:t>아래로 </a:t>
            </a:r>
            <a:r>
              <a:rPr lang="en-US" altLang="ko-KR" dirty="0"/>
              <a:t>1px </a:t>
            </a:r>
            <a:r>
              <a:rPr lang="ko-KR" altLang="en-US" dirty="0"/>
              <a:t>추가로 흔들리는 연출</a:t>
            </a:r>
            <a:endParaRPr lang="en-US" altLang="ko-KR" dirty="0"/>
          </a:p>
          <a:p>
            <a:r>
              <a:rPr lang="ko-KR" altLang="en-US" dirty="0"/>
              <a:t>작은 먼지만 아래로 떨어지는 </a:t>
            </a:r>
            <a:r>
              <a:rPr lang="ko-KR" altLang="en-US" dirty="0" err="1"/>
              <a:t>파티클</a:t>
            </a: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C4B3D01-F753-4AB9-ACC0-C4F8A5012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590" y="1256147"/>
            <a:ext cx="1390650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530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4EE9-DC50-5B50-C450-D2324EEA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692F68F-9FE0-562C-CAF0-FFB64FAD0421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3CB87-8681-8029-4212-FA9BDC062269}"/>
              </a:ext>
            </a:extLst>
          </p:cNvPr>
          <p:cNvSpPr txBox="1"/>
          <p:nvPr/>
        </p:nvSpPr>
        <p:spPr>
          <a:xfrm>
            <a:off x="426507" y="3613727"/>
            <a:ext cx="46666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Stage</a:t>
            </a:r>
            <a:r>
              <a:rPr lang="ko-KR" altLang="en-US" dirty="0"/>
              <a:t>의 </a:t>
            </a:r>
            <a:r>
              <a:rPr lang="en-US" altLang="ko-KR" dirty="0"/>
              <a:t>Target score </a:t>
            </a:r>
            <a:r>
              <a:rPr lang="ko-KR" altLang="en-US" dirty="0"/>
              <a:t>하단</a:t>
            </a:r>
            <a:r>
              <a:rPr lang="en-US" altLang="ko-KR" dirty="0"/>
              <a:t> </a:t>
            </a:r>
            <a:r>
              <a:rPr lang="ko-KR" altLang="en-US" dirty="0"/>
              <a:t>버튼으로 표기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			   </a:t>
            </a:r>
            <a:r>
              <a:rPr lang="ko-KR" altLang="en-US" dirty="0" err="1"/>
              <a:t>발라트로의</a:t>
            </a:r>
            <a:endParaRPr lang="en-US" altLang="ko-KR" dirty="0"/>
          </a:p>
          <a:p>
            <a:r>
              <a:rPr lang="en-US" altLang="ko-KR" dirty="0"/>
              <a:t>			   </a:t>
            </a:r>
            <a:r>
              <a:rPr lang="ko-KR" altLang="en-US" dirty="0" err="1"/>
              <a:t>족보같은</a:t>
            </a:r>
            <a:r>
              <a:rPr lang="ko-KR" altLang="en-US" dirty="0"/>
              <a:t> 기능</a:t>
            </a:r>
            <a:endParaRPr lang="en-US" altLang="ko-K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3814FD4-4B1B-76A2-5B79-DD2617D6151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01AA1E-A113-A877-F076-ABEC806F4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07" y="1058358"/>
            <a:ext cx="2695384" cy="242127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CF59888-7E9F-0B0B-701B-3AA65FF0A4F6}"/>
              </a:ext>
            </a:extLst>
          </p:cNvPr>
          <p:cNvSpPr/>
          <p:nvPr/>
        </p:nvSpPr>
        <p:spPr>
          <a:xfrm>
            <a:off x="2493818" y="2669309"/>
            <a:ext cx="406400" cy="4525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D4D79B1-48C4-1E52-8C12-BC63B15E7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452" y="4117151"/>
            <a:ext cx="2886478" cy="2333951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5414A8-2471-912F-5E23-684D2AB37C50}"/>
              </a:ext>
            </a:extLst>
          </p:cNvPr>
          <p:cNvSpPr/>
          <p:nvPr/>
        </p:nvSpPr>
        <p:spPr>
          <a:xfrm>
            <a:off x="3470217" y="461654"/>
            <a:ext cx="4937522" cy="301798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C9E2A3A-7E85-A64E-6F45-C2B637EB9C38}"/>
              </a:ext>
            </a:extLst>
          </p:cNvPr>
          <p:cNvSpPr/>
          <p:nvPr/>
        </p:nvSpPr>
        <p:spPr>
          <a:xfrm>
            <a:off x="3694545" y="563419"/>
            <a:ext cx="1773382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태그 점수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61B75A3A-5C66-E7C5-072D-E530689449A5}"/>
              </a:ext>
            </a:extLst>
          </p:cNvPr>
          <p:cNvSpPr/>
          <p:nvPr/>
        </p:nvSpPr>
        <p:spPr>
          <a:xfrm>
            <a:off x="6271491" y="563419"/>
            <a:ext cx="1773382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1">
                    <a:lumMod val="50000"/>
                  </a:schemeClr>
                </a:solidFill>
              </a:rPr>
              <a:t>타일 점수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BB4A9AF-A8B6-B3E8-413F-68C4414A4F06}"/>
              </a:ext>
            </a:extLst>
          </p:cNvPr>
          <p:cNvSpPr/>
          <p:nvPr/>
        </p:nvSpPr>
        <p:spPr>
          <a:xfrm>
            <a:off x="3694544" y="1054054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도구</a:t>
            </a:r>
            <a:r>
              <a:rPr lang="en-US" altLang="ko-KR" dirty="0"/>
              <a:t>		000 x 1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6A3597A-1962-3300-25BB-AAA29350E7F1}"/>
              </a:ext>
            </a:extLst>
          </p:cNvPr>
          <p:cNvSpPr/>
          <p:nvPr/>
        </p:nvSpPr>
        <p:spPr>
          <a:xfrm>
            <a:off x="3694543" y="1425219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마나</a:t>
            </a:r>
            <a:r>
              <a:rPr lang="en-US" altLang="ko-KR" dirty="0"/>
              <a:t>		000 x 1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1304D82-6660-38B1-F759-2A6F612EFA82}"/>
              </a:ext>
            </a:extLst>
          </p:cNvPr>
          <p:cNvSpPr/>
          <p:nvPr/>
        </p:nvSpPr>
        <p:spPr>
          <a:xfrm>
            <a:off x="3694542" y="1792010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마법</a:t>
            </a:r>
            <a:r>
              <a:rPr lang="en-US" altLang="ko-KR" dirty="0"/>
              <a:t>		000 x 1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9263239-F64B-637A-9EA0-862BF50314A6}"/>
              </a:ext>
            </a:extLst>
          </p:cNvPr>
          <p:cNvSpPr/>
          <p:nvPr/>
        </p:nvSpPr>
        <p:spPr>
          <a:xfrm>
            <a:off x="3694542" y="2174323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황금</a:t>
            </a:r>
            <a:r>
              <a:rPr lang="en-US" altLang="ko-KR" dirty="0"/>
              <a:t>		000 x 1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44AB851B-BCDD-9734-852F-65F29A165E21}"/>
              </a:ext>
            </a:extLst>
          </p:cNvPr>
          <p:cNvSpPr/>
          <p:nvPr/>
        </p:nvSpPr>
        <p:spPr>
          <a:xfrm>
            <a:off x="3694542" y="2537727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화염</a:t>
            </a:r>
            <a:r>
              <a:rPr lang="en-US" altLang="ko-KR" dirty="0"/>
              <a:t>		000 x 1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E177221-3CF7-0F5B-29DF-7B17BE6B07D6}"/>
              </a:ext>
            </a:extLst>
          </p:cNvPr>
          <p:cNvSpPr/>
          <p:nvPr/>
        </p:nvSpPr>
        <p:spPr>
          <a:xfrm>
            <a:off x="3694541" y="2912279"/>
            <a:ext cx="4488873" cy="1412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얼음</a:t>
            </a:r>
            <a:r>
              <a:rPr lang="en-US" altLang="ko-KR" dirty="0"/>
              <a:t>		000 x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55448D-2074-0D24-33FF-C08D54AE1161}"/>
              </a:ext>
            </a:extLst>
          </p:cNvPr>
          <p:cNvSpPr txBox="1"/>
          <p:nvPr/>
        </p:nvSpPr>
        <p:spPr>
          <a:xfrm>
            <a:off x="5657418" y="3592548"/>
            <a:ext cx="608051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태그 점수 </a:t>
            </a:r>
            <a:r>
              <a:rPr lang="en-US" altLang="ko-KR" dirty="0"/>
              <a:t>- </a:t>
            </a:r>
            <a:r>
              <a:rPr lang="ko-KR" altLang="en-US" dirty="0"/>
              <a:t>타일 파괴 시 카드로 받을 수 있는 점수</a:t>
            </a:r>
            <a:endParaRPr lang="en-US" altLang="ko-KR" dirty="0"/>
          </a:p>
          <a:p>
            <a:r>
              <a:rPr lang="ko-KR" altLang="en-US" dirty="0"/>
              <a:t>기본 점수 </a:t>
            </a:r>
            <a:r>
              <a:rPr lang="en-US" altLang="ko-KR" dirty="0"/>
              <a:t>x </a:t>
            </a:r>
            <a:r>
              <a:rPr lang="ko-KR" altLang="en-US" dirty="0"/>
              <a:t>기본 배율을 표기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도구</a:t>
            </a:r>
            <a:r>
              <a:rPr lang="en-US" altLang="ko-KR" dirty="0"/>
              <a:t>/</a:t>
            </a:r>
            <a:r>
              <a:rPr lang="ko-KR" altLang="en-US" dirty="0"/>
              <a:t>황금 태그 카드로 타일 </a:t>
            </a:r>
            <a:r>
              <a:rPr lang="ko-KR" altLang="en-US" dirty="0" err="1"/>
              <a:t>파괴시</a:t>
            </a:r>
            <a:r>
              <a:rPr lang="ko-KR" altLang="en-US" dirty="0"/>
              <a:t> →</a:t>
            </a:r>
            <a:br>
              <a:rPr lang="en-US" altLang="ko-KR" dirty="0"/>
            </a:br>
            <a:r>
              <a:rPr lang="en-US" altLang="ko-KR" dirty="0"/>
              <a:t>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 배율</a:t>
            </a:r>
            <a:r>
              <a:rPr lang="en-US" altLang="ko-KR" dirty="0"/>
              <a:t>) + (</a:t>
            </a:r>
            <a:r>
              <a:rPr lang="ko-KR" altLang="en-US" dirty="0"/>
              <a:t>도구 점수</a:t>
            </a:r>
            <a:r>
              <a:rPr lang="en-US" altLang="ko-KR" dirty="0"/>
              <a:t>x</a:t>
            </a:r>
            <a:r>
              <a:rPr lang="ko-KR" altLang="en-US" dirty="0"/>
              <a:t>도구 배율</a:t>
            </a:r>
            <a:r>
              <a:rPr lang="en-US" altLang="ko-KR" dirty="0"/>
              <a:t>) +</a:t>
            </a:r>
            <a:br>
              <a:rPr lang="en-US" altLang="ko-KR" dirty="0"/>
            </a:br>
            <a:r>
              <a:rPr lang="en-US" altLang="ko-KR" dirty="0"/>
              <a:t> (</a:t>
            </a:r>
            <a:r>
              <a:rPr lang="ko-KR" altLang="en-US" dirty="0"/>
              <a:t>황금 점수</a:t>
            </a:r>
            <a:r>
              <a:rPr lang="en-US" altLang="ko-KR" dirty="0"/>
              <a:t>x</a:t>
            </a:r>
            <a:r>
              <a:rPr lang="ko-KR" altLang="en-US" dirty="0"/>
              <a:t>황금 배율</a:t>
            </a:r>
            <a:r>
              <a:rPr lang="en-US" altLang="ko-KR" dirty="0"/>
              <a:t>) </a:t>
            </a:r>
            <a:r>
              <a:rPr lang="ko-KR" altLang="en-US" dirty="0"/>
              <a:t>에 해당하는 점수 획득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타일 점수 </a:t>
            </a:r>
            <a:r>
              <a:rPr lang="en-US" altLang="ko-KR" dirty="0"/>
              <a:t>– </a:t>
            </a:r>
            <a:r>
              <a:rPr lang="ko-KR" altLang="en-US" dirty="0"/>
              <a:t>타일의 특수 효과</a:t>
            </a:r>
            <a:r>
              <a:rPr lang="en-US" altLang="ko-KR" dirty="0"/>
              <a:t>/</a:t>
            </a:r>
            <a:r>
              <a:rPr lang="ko-KR" altLang="en-US" dirty="0"/>
              <a:t>파괴로 받을 수 있는 점수</a:t>
            </a:r>
            <a:endParaRPr lang="en-US" altLang="ko-KR" dirty="0"/>
          </a:p>
          <a:p>
            <a:r>
              <a:rPr lang="en-US" altLang="ko-KR" dirty="0"/>
              <a:t> (</a:t>
            </a:r>
            <a:r>
              <a:rPr lang="ko-KR" altLang="en-US" dirty="0"/>
              <a:t>감전은 효과 점수와 파괴 점수가 다를 수 있음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파괴 점수 </a:t>
            </a:r>
            <a:r>
              <a:rPr lang="en-US" altLang="ko-KR" dirty="0"/>
              <a:t>– </a:t>
            </a:r>
            <a:r>
              <a:rPr lang="ko-KR" altLang="en-US" dirty="0"/>
              <a:t>태그가 없으면 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 </a:t>
            </a:r>
            <a:r>
              <a:rPr lang="ko-KR" altLang="en-US" dirty="0"/>
              <a:t>점수</a:t>
            </a:r>
            <a:br>
              <a:rPr lang="en-US" altLang="ko-KR" dirty="0"/>
            </a:br>
            <a:r>
              <a:rPr lang="en-US" altLang="ko-KR" dirty="0"/>
              <a:t> </a:t>
            </a:r>
            <a:r>
              <a:rPr lang="ko-KR" altLang="en-US" dirty="0"/>
              <a:t>태그가 있으면 해당 태그 파괴 점수를 모두 별개로 이행</a:t>
            </a:r>
            <a:endParaRPr lang="en-US" altLang="ko-KR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F344E99-0FFD-F26F-D9AE-2ACE06CA2D2B}"/>
              </a:ext>
            </a:extLst>
          </p:cNvPr>
          <p:cNvSpPr/>
          <p:nvPr/>
        </p:nvSpPr>
        <p:spPr>
          <a:xfrm>
            <a:off x="8497459" y="461654"/>
            <a:ext cx="4937522" cy="301798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64D4321-80FC-67B8-DD68-E956A91C0BE9}"/>
              </a:ext>
            </a:extLst>
          </p:cNvPr>
          <p:cNvSpPr/>
          <p:nvPr/>
        </p:nvSpPr>
        <p:spPr>
          <a:xfrm>
            <a:off x="8721787" y="563419"/>
            <a:ext cx="1773382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1">
                    <a:lumMod val="50000"/>
                  </a:schemeClr>
                </a:solidFill>
              </a:rPr>
              <a:t>태그 점수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35BEDFD-4951-0138-D3CE-960843861992}"/>
              </a:ext>
            </a:extLst>
          </p:cNvPr>
          <p:cNvSpPr/>
          <p:nvPr/>
        </p:nvSpPr>
        <p:spPr>
          <a:xfrm>
            <a:off x="11298733" y="563419"/>
            <a:ext cx="1773382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타일 점수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5E7561C9-8D9A-D738-84D2-E63C8F587207}"/>
              </a:ext>
            </a:extLst>
          </p:cNvPr>
          <p:cNvSpPr/>
          <p:nvPr/>
        </p:nvSpPr>
        <p:spPr>
          <a:xfrm>
            <a:off x="8721787" y="1417938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균열</a:t>
            </a:r>
            <a:r>
              <a:rPr lang="en-US" altLang="ko-KR" dirty="0"/>
              <a:t>		100 x 1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30881CF7-54CC-4F20-8A33-CE4E26831DB5}"/>
              </a:ext>
            </a:extLst>
          </p:cNvPr>
          <p:cNvSpPr/>
          <p:nvPr/>
        </p:nvSpPr>
        <p:spPr>
          <a:xfrm>
            <a:off x="8721786" y="1789103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잔상</a:t>
            </a:r>
            <a:r>
              <a:rPr lang="en-US" altLang="ko-KR" dirty="0"/>
              <a:t>		000 x 1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837C01D-1248-5C20-9DF9-3CD334B05528}"/>
              </a:ext>
            </a:extLst>
          </p:cNvPr>
          <p:cNvSpPr/>
          <p:nvPr/>
        </p:nvSpPr>
        <p:spPr>
          <a:xfrm>
            <a:off x="8721785" y="2160268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연소</a:t>
            </a:r>
            <a:r>
              <a:rPr lang="en-US" altLang="ko-KR" dirty="0"/>
              <a:t>(</a:t>
            </a:r>
            <a:r>
              <a:rPr lang="ko-KR" altLang="en-US" dirty="0"/>
              <a:t>파괴</a:t>
            </a:r>
            <a:r>
              <a:rPr lang="en-US" altLang="ko-KR" dirty="0"/>
              <a:t>)	000 x 0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A4DC814-AAA0-C267-6E57-B6311CD94C9A}"/>
              </a:ext>
            </a:extLst>
          </p:cNvPr>
          <p:cNvSpPr/>
          <p:nvPr/>
        </p:nvSpPr>
        <p:spPr>
          <a:xfrm>
            <a:off x="8721784" y="2527059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감전</a:t>
            </a:r>
            <a:r>
              <a:rPr lang="en-US" altLang="ko-KR" dirty="0"/>
              <a:t>(</a:t>
            </a:r>
            <a:r>
              <a:rPr lang="ko-KR" altLang="en-US" dirty="0"/>
              <a:t>효과</a:t>
            </a:r>
            <a:r>
              <a:rPr lang="en-US" altLang="ko-KR" dirty="0"/>
              <a:t>)	010 x 1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7108285A-FFE6-DA88-98DC-7EE6300BA6EA}"/>
              </a:ext>
            </a:extLst>
          </p:cNvPr>
          <p:cNvSpPr/>
          <p:nvPr/>
        </p:nvSpPr>
        <p:spPr>
          <a:xfrm>
            <a:off x="8721784" y="3229615"/>
            <a:ext cx="4488873" cy="1993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빙결</a:t>
            </a:r>
            <a:r>
              <a:rPr lang="en-US" altLang="ko-KR" dirty="0"/>
              <a:t>		000 x 1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C38FDDC-0002-2E25-A0DB-C2800A42AB7A}"/>
              </a:ext>
            </a:extLst>
          </p:cNvPr>
          <p:cNvSpPr/>
          <p:nvPr/>
        </p:nvSpPr>
        <p:spPr>
          <a:xfrm>
            <a:off x="8721783" y="1058358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	100 x 1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3E97136-FEC5-3D08-0EF2-59D9428E85BA}"/>
              </a:ext>
            </a:extLst>
          </p:cNvPr>
          <p:cNvSpPr/>
          <p:nvPr/>
        </p:nvSpPr>
        <p:spPr>
          <a:xfrm>
            <a:off x="8721782" y="2870035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감전</a:t>
            </a:r>
            <a:r>
              <a:rPr lang="en-US" altLang="ko-KR" dirty="0"/>
              <a:t>(</a:t>
            </a:r>
            <a:r>
              <a:rPr lang="ko-KR" altLang="en-US" dirty="0"/>
              <a:t>파괴</a:t>
            </a:r>
            <a:r>
              <a:rPr lang="en-US" altLang="ko-KR" dirty="0"/>
              <a:t>)	100 x -1</a:t>
            </a:r>
          </a:p>
        </p:txBody>
      </p:sp>
    </p:spTree>
    <p:extLst>
      <p:ext uri="{BB962C8B-B14F-4D97-AF65-F5344CB8AC3E}">
        <p14:creationId xmlns:p14="http://schemas.microsoft.com/office/powerpoint/2010/main" val="199851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3129-29EB-C92D-5F42-91537BCE2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A04099-986D-C159-3F11-C013A961423D}"/>
              </a:ext>
            </a:extLst>
          </p:cNvPr>
          <p:cNvSpPr txBox="1"/>
          <p:nvPr/>
        </p:nvSpPr>
        <p:spPr>
          <a:xfrm>
            <a:off x="463452" y="56341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점수 </a:t>
            </a:r>
            <a:r>
              <a:rPr lang="ko-KR" altLang="en-US" b="1" dirty="0" err="1"/>
              <a:t>정보표</a:t>
            </a:r>
            <a:endParaRPr lang="ko-KR" altLang="en-US" b="1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9C689AD-5773-DE0C-0136-ABEE541E3E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48E95E-1DDE-B2AA-677E-4DBE2731CA03}"/>
              </a:ext>
            </a:extLst>
          </p:cNvPr>
          <p:cNvSpPr txBox="1"/>
          <p:nvPr/>
        </p:nvSpPr>
        <p:spPr>
          <a:xfrm>
            <a:off x="5648037" y="563419"/>
            <a:ext cx="608051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타일 점수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파괴 점수 </a:t>
            </a:r>
            <a:r>
              <a:rPr lang="en-US" altLang="ko-KR" dirty="0"/>
              <a:t>– </a:t>
            </a:r>
            <a:r>
              <a:rPr lang="ko-KR" altLang="en-US" dirty="0"/>
              <a:t>태그가 없으면 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 </a:t>
            </a:r>
            <a:r>
              <a:rPr lang="ko-KR" altLang="en-US" dirty="0"/>
              <a:t>점수를 계산</a:t>
            </a:r>
            <a:endParaRPr lang="en-US" altLang="ko-KR" dirty="0"/>
          </a:p>
          <a:p>
            <a:r>
              <a:rPr lang="ko-KR" altLang="en-US" dirty="0"/>
              <a:t> 태그가 있으면 해당 태그 파괴 점수를 모두 별개로 이행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균열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균열 전용 유물 적용</a:t>
            </a:r>
            <a:endParaRPr lang="en-US" altLang="ko-KR" dirty="0"/>
          </a:p>
          <a:p>
            <a:r>
              <a:rPr lang="ko-KR" altLang="en-US" dirty="0"/>
              <a:t>잔상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0x0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연소 파괴 </a:t>
            </a:r>
            <a:r>
              <a:rPr lang="en-US" altLang="ko-KR" dirty="0"/>
              <a:t>- </a:t>
            </a:r>
            <a:r>
              <a:rPr lang="ko-KR" altLang="en-US" dirty="0"/>
              <a:t>기본 </a:t>
            </a:r>
            <a:r>
              <a:rPr lang="en-US" altLang="ko-KR" dirty="0"/>
              <a:t>0x1</a:t>
            </a:r>
            <a:r>
              <a:rPr lang="ko-KR" altLang="en-US" dirty="0"/>
              <a:t>점</a:t>
            </a:r>
            <a:endParaRPr lang="en-US" altLang="ko-KR" dirty="0"/>
          </a:p>
          <a:p>
            <a:r>
              <a:rPr lang="ko-KR" altLang="en-US" dirty="0"/>
              <a:t>감전 효과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 배율</a:t>
            </a:r>
            <a:r>
              <a:rPr lang="en-US" altLang="ko-KR" dirty="0"/>
              <a:t>x0.1)</a:t>
            </a:r>
            <a:r>
              <a:rPr lang="ko-KR" altLang="en-US" dirty="0"/>
              <a:t>과 연동</a:t>
            </a:r>
            <a:r>
              <a:rPr lang="en-US" altLang="ko-KR" dirty="0"/>
              <a:t>, </a:t>
            </a:r>
            <a:r>
              <a:rPr lang="ko-KR" altLang="en-US" dirty="0"/>
              <a:t>후 감전 유물 적용</a:t>
            </a:r>
            <a:endParaRPr lang="en-US" altLang="ko-KR" dirty="0"/>
          </a:p>
          <a:p>
            <a:r>
              <a:rPr lang="ko-KR" altLang="en-US" dirty="0"/>
              <a:t>감전 파괴 </a:t>
            </a:r>
            <a:r>
              <a:rPr lang="en-US" altLang="ko-KR" dirty="0"/>
              <a:t>- (</a:t>
            </a:r>
            <a:r>
              <a:rPr lang="ko-KR" altLang="en-US" dirty="0"/>
              <a:t>파괴 점수</a:t>
            </a:r>
            <a:r>
              <a:rPr lang="en-US" altLang="ko-KR" dirty="0"/>
              <a:t>x</a:t>
            </a:r>
            <a:r>
              <a:rPr lang="ko-KR" altLang="en-US" dirty="0"/>
              <a:t>파괴배율</a:t>
            </a:r>
            <a:r>
              <a:rPr lang="en-US" altLang="ko-KR" dirty="0"/>
              <a:t>)</a:t>
            </a:r>
            <a:r>
              <a:rPr lang="ko-KR" altLang="en-US" dirty="0"/>
              <a:t>과 연동 </a:t>
            </a:r>
            <a:r>
              <a:rPr lang="en-US" altLang="ko-KR" dirty="0"/>
              <a:t>x -1</a:t>
            </a:r>
            <a:br>
              <a:rPr lang="en-US" altLang="ko-KR" dirty="0"/>
            </a:br>
            <a:r>
              <a:rPr lang="ko-KR" altLang="en-US" dirty="0"/>
              <a:t>빙결 파괴 </a:t>
            </a:r>
            <a:r>
              <a:rPr lang="en-US" altLang="ko-KR" dirty="0"/>
              <a:t>- </a:t>
            </a:r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</a:t>
            </a:r>
            <a:r>
              <a:rPr lang="ko-KR" altLang="en-US" dirty="0"/>
              <a:t>의 점수와 연동</a:t>
            </a:r>
            <a:r>
              <a:rPr lang="en-US" altLang="ko-KR" dirty="0"/>
              <a:t>, </a:t>
            </a:r>
            <a:r>
              <a:rPr lang="ko-KR" altLang="en-US" dirty="0"/>
              <a:t>후 빙결 유물 적용</a:t>
            </a:r>
            <a:endParaRPr lang="en-US" altLang="ko-KR" dirty="0"/>
          </a:p>
          <a:p>
            <a:r>
              <a:rPr lang="en-US" altLang="ko-KR" dirty="0"/>
              <a:t>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5BE80B-19BE-F17A-02EF-ED8ECA6E90FA}"/>
              </a:ext>
            </a:extLst>
          </p:cNvPr>
          <p:cNvSpPr/>
          <p:nvPr/>
        </p:nvSpPr>
        <p:spPr>
          <a:xfrm>
            <a:off x="463452" y="1025073"/>
            <a:ext cx="4937522" cy="301798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75DC52B5-23CE-C24B-0AF0-29AA68948D18}"/>
              </a:ext>
            </a:extLst>
          </p:cNvPr>
          <p:cNvSpPr/>
          <p:nvPr/>
        </p:nvSpPr>
        <p:spPr>
          <a:xfrm>
            <a:off x="687780" y="1126838"/>
            <a:ext cx="1773382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1">
                    <a:lumMod val="50000"/>
                  </a:schemeClr>
                </a:solidFill>
              </a:rPr>
              <a:t>태그 점수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5935C789-2BCB-B699-DCAA-91FC6495F29E}"/>
              </a:ext>
            </a:extLst>
          </p:cNvPr>
          <p:cNvSpPr/>
          <p:nvPr/>
        </p:nvSpPr>
        <p:spPr>
          <a:xfrm>
            <a:off x="3264726" y="1126838"/>
            <a:ext cx="1773382" cy="36933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타일 점수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A89CA78-581C-ECCA-5C6C-52FAFE9C9BDF}"/>
              </a:ext>
            </a:extLst>
          </p:cNvPr>
          <p:cNvSpPr/>
          <p:nvPr/>
        </p:nvSpPr>
        <p:spPr>
          <a:xfrm>
            <a:off x="687780" y="1981357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균열</a:t>
            </a:r>
            <a:r>
              <a:rPr lang="en-US" altLang="ko-KR" dirty="0"/>
              <a:t>		100 x 1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F4EC40E-A148-3444-125B-0909CC6D6042}"/>
              </a:ext>
            </a:extLst>
          </p:cNvPr>
          <p:cNvSpPr/>
          <p:nvPr/>
        </p:nvSpPr>
        <p:spPr>
          <a:xfrm>
            <a:off x="687779" y="2352522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잔상</a:t>
            </a:r>
            <a:r>
              <a:rPr lang="en-US" altLang="ko-KR" dirty="0"/>
              <a:t>		000 x 0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8E9FA44-34CF-A227-015A-7F9D69B06C31}"/>
              </a:ext>
            </a:extLst>
          </p:cNvPr>
          <p:cNvSpPr/>
          <p:nvPr/>
        </p:nvSpPr>
        <p:spPr>
          <a:xfrm>
            <a:off x="687778" y="2723687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연소</a:t>
            </a:r>
            <a:r>
              <a:rPr lang="en-US" altLang="ko-KR" dirty="0"/>
              <a:t>(</a:t>
            </a:r>
            <a:r>
              <a:rPr lang="ko-KR" altLang="en-US" dirty="0"/>
              <a:t>파괴</a:t>
            </a:r>
            <a:r>
              <a:rPr lang="en-US" altLang="ko-KR" dirty="0"/>
              <a:t>)	000 x 0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332C0ADD-97BD-4858-23BF-56FE94551538}"/>
              </a:ext>
            </a:extLst>
          </p:cNvPr>
          <p:cNvSpPr/>
          <p:nvPr/>
        </p:nvSpPr>
        <p:spPr>
          <a:xfrm>
            <a:off x="687777" y="3090478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감전</a:t>
            </a:r>
            <a:r>
              <a:rPr lang="en-US" altLang="ko-KR" dirty="0"/>
              <a:t>(</a:t>
            </a:r>
            <a:r>
              <a:rPr lang="ko-KR" altLang="en-US" dirty="0"/>
              <a:t>효과</a:t>
            </a:r>
            <a:r>
              <a:rPr lang="en-US" altLang="ko-KR" dirty="0"/>
              <a:t>)	010 x 1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EF2484DB-093E-0243-8B4C-9396B14EDF58}"/>
              </a:ext>
            </a:extLst>
          </p:cNvPr>
          <p:cNvSpPr/>
          <p:nvPr/>
        </p:nvSpPr>
        <p:spPr>
          <a:xfrm>
            <a:off x="687777" y="3793034"/>
            <a:ext cx="4488873" cy="1993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빙결</a:t>
            </a:r>
            <a:r>
              <a:rPr lang="en-US" altLang="ko-KR" dirty="0"/>
              <a:t>		000 x 1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7459556-AB1E-18C5-EA89-FB61D1FE14E0}"/>
              </a:ext>
            </a:extLst>
          </p:cNvPr>
          <p:cNvSpPr/>
          <p:nvPr/>
        </p:nvSpPr>
        <p:spPr>
          <a:xfrm>
            <a:off x="687776" y="1621777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파괴</a:t>
            </a:r>
            <a:r>
              <a:rPr lang="en-US" altLang="ko-KR" dirty="0"/>
              <a:t>(</a:t>
            </a:r>
            <a:r>
              <a:rPr lang="ko-KR" altLang="en-US" dirty="0"/>
              <a:t>기본</a:t>
            </a:r>
            <a:r>
              <a:rPr lang="en-US" altLang="ko-KR" dirty="0"/>
              <a:t>)	100 x 1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DA051EB2-2E81-8E2E-D6F9-659122089582}"/>
              </a:ext>
            </a:extLst>
          </p:cNvPr>
          <p:cNvSpPr/>
          <p:nvPr/>
        </p:nvSpPr>
        <p:spPr>
          <a:xfrm>
            <a:off x="687775" y="3433454"/>
            <a:ext cx="4488873" cy="3048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감전</a:t>
            </a:r>
            <a:r>
              <a:rPr lang="en-US" altLang="ko-KR" dirty="0"/>
              <a:t>(</a:t>
            </a:r>
            <a:r>
              <a:rPr lang="ko-KR" altLang="en-US" dirty="0"/>
              <a:t>파괴</a:t>
            </a:r>
            <a:r>
              <a:rPr lang="en-US" altLang="ko-KR" dirty="0"/>
              <a:t>)	100 x -1</a:t>
            </a:r>
          </a:p>
        </p:txBody>
      </p:sp>
    </p:spTree>
    <p:extLst>
      <p:ext uri="{BB962C8B-B14F-4D97-AF65-F5344CB8AC3E}">
        <p14:creationId xmlns:p14="http://schemas.microsoft.com/office/powerpoint/2010/main" val="1839257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CACE6-D6A6-4DC4-D160-15AB88D04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4392E95-E307-6C5F-33B7-F735601F7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54957C-E100-CC9C-E286-8EEA26B7F850}"/>
              </a:ext>
            </a:extLst>
          </p:cNvPr>
          <p:cNvSpPr txBox="1"/>
          <p:nvPr/>
        </p:nvSpPr>
        <p:spPr>
          <a:xfrm>
            <a:off x="669637" y="563419"/>
            <a:ext cx="106171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방해 타일 타격 금지 유물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유물 </a:t>
            </a:r>
            <a:r>
              <a:rPr lang="en-US" altLang="ko-KR" dirty="0"/>
              <a:t>‘</a:t>
            </a:r>
            <a:r>
              <a:rPr lang="ko-KR" altLang="en-US" dirty="0"/>
              <a:t>흔들리는 발판</a:t>
            </a:r>
            <a:r>
              <a:rPr lang="en-US" altLang="ko-KR" dirty="0"/>
              <a:t>’(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- [</a:t>
            </a:r>
            <a:r>
              <a:rPr lang="ko-KR" altLang="en-US" dirty="0"/>
              <a:t>불안정</a:t>
            </a:r>
            <a:r>
              <a:rPr lang="en-US" altLang="ko-KR" dirty="0"/>
              <a:t>] </a:t>
            </a:r>
            <a:r>
              <a:rPr lang="ko-KR" altLang="en-US" dirty="0"/>
              <a:t>부여</a:t>
            </a:r>
            <a:r>
              <a:rPr lang="en-US" altLang="ko-KR" dirty="0"/>
              <a:t>, </a:t>
            </a:r>
            <a:r>
              <a:rPr lang="ko-KR" altLang="en-US" dirty="0"/>
              <a:t>불안정 태그 카드 등장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불안정 </a:t>
            </a:r>
            <a:r>
              <a:rPr lang="en-US" altLang="ko-KR" b="1" dirty="0"/>
              <a:t>UI </a:t>
            </a:r>
            <a:r>
              <a:rPr lang="en-US" altLang="ko-KR" dirty="0"/>
              <a:t>– </a:t>
            </a:r>
            <a:r>
              <a:rPr lang="ko-KR" altLang="en-US" dirty="0"/>
              <a:t>캐릭터 옆에 게이지 추가 </a:t>
            </a:r>
            <a:r>
              <a:rPr lang="en-US" altLang="ko-KR" dirty="0"/>
              <a:t>/ </a:t>
            </a:r>
            <a:r>
              <a:rPr lang="ko-KR" altLang="en-US" dirty="0"/>
              <a:t>마우스 </a:t>
            </a:r>
            <a:r>
              <a:rPr lang="ko-KR" altLang="en-US" dirty="0" err="1"/>
              <a:t>오버시</a:t>
            </a:r>
            <a:r>
              <a:rPr lang="ko-KR" altLang="en-US" dirty="0"/>
              <a:t> 설명 표기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최대 </a:t>
            </a:r>
            <a:r>
              <a:rPr lang="en-US" altLang="ko-KR" dirty="0"/>
              <a:t>10 / </a:t>
            </a:r>
            <a:r>
              <a:rPr lang="ko-KR" altLang="en-US" dirty="0"/>
              <a:t>방해 타일 </a:t>
            </a:r>
            <a:r>
              <a:rPr lang="ko-KR" altLang="en-US" dirty="0" err="1"/>
              <a:t>타격시</a:t>
            </a:r>
            <a:r>
              <a:rPr lang="ko-KR" altLang="en-US" dirty="0"/>
              <a:t> </a:t>
            </a:r>
            <a:r>
              <a:rPr lang="en-US" altLang="ko-KR" dirty="0"/>
              <a:t>+ 1 / 10 </a:t>
            </a:r>
            <a:r>
              <a:rPr lang="ko-KR" altLang="en-US" dirty="0" err="1"/>
              <a:t>달성시</a:t>
            </a:r>
            <a:r>
              <a:rPr lang="ko-KR" altLang="en-US" dirty="0"/>
              <a:t> 게임 오버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유물</a:t>
            </a:r>
            <a:endParaRPr lang="en-US" altLang="ko-KR" b="1" dirty="0"/>
          </a:p>
          <a:p>
            <a:r>
              <a:rPr lang="ko-KR" altLang="en-US" dirty="0"/>
              <a:t>불안정</a:t>
            </a:r>
            <a:r>
              <a:rPr lang="en-US" altLang="ko-KR" dirty="0"/>
              <a:t> </a:t>
            </a:r>
            <a:r>
              <a:rPr lang="ko-KR" altLang="en-US" dirty="0"/>
              <a:t>룬 </a:t>
            </a:r>
            <a:r>
              <a:rPr lang="en-US" altLang="ko-KR" dirty="0"/>
              <a:t>– </a:t>
            </a:r>
            <a:r>
              <a:rPr lang="ko-KR" altLang="en-US" dirty="0"/>
              <a:t>불안정이 </a:t>
            </a:r>
            <a:r>
              <a:rPr lang="en-US" altLang="ko-KR" dirty="0"/>
              <a:t>1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(</a:t>
            </a:r>
            <a:r>
              <a:rPr lang="ko-KR" altLang="en-US" dirty="0"/>
              <a:t>이미 불안정 룬을 가지고 있다면 다음 단계로 변경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불안정 룬</a:t>
            </a:r>
            <a:r>
              <a:rPr lang="en-US" altLang="ko-KR" dirty="0"/>
              <a:t>+ - </a:t>
            </a:r>
            <a:r>
              <a:rPr lang="ko-KR" altLang="en-US" dirty="0"/>
              <a:t>불안정이 </a:t>
            </a:r>
            <a:r>
              <a:rPr lang="en-US" altLang="ko-KR" dirty="0"/>
              <a:t>2 </a:t>
            </a:r>
            <a:r>
              <a:rPr lang="ko-KR" altLang="en-US" dirty="0"/>
              <a:t>이하로 내려가지 않음</a:t>
            </a:r>
            <a:endParaRPr lang="en-US" altLang="ko-KR" dirty="0"/>
          </a:p>
          <a:p>
            <a:r>
              <a:rPr lang="ko-KR" altLang="en-US" dirty="0"/>
              <a:t>불안정 룬</a:t>
            </a:r>
            <a:r>
              <a:rPr lang="en-US" altLang="ko-KR" dirty="0"/>
              <a:t>++ - </a:t>
            </a:r>
            <a:r>
              <a:rPr lang="ko-KR" altLang="en-US" dirty="0"/>
              <a:t>불안정이 </a:t>
            </a:r>
            <a:r>
              <a:rPr lang="en-US" altLang="ko-KR" dirty="0"/>
              <a:t>3 </a:t>
            </a:r>
            <a:r>
              <a:rPr lang="ko-KR" altLang="en-US" dirty="0"/>
              <a:t>이하로 내려가지 않음</a:t>
            </a:r>
            <a:r>
              <a:rPr lang="en-US" altLang="ko-KR" dirty="0"/>
              <a:t>… </a:t>
            </a:r>
            <a:r>
              <a:rPr lang="ko-KR" altLang="en-US" dirty="0"/>
              <a:t>등으로 총 타격 횟수 낮춰 난이도 올리기</a:t>
            </a:r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무너지는 발판</a:t>
            </a:r>
            <a:r>
              <a:rPr lang="en-US" altLang="ko-KR" dirty="0"/>
              <a:t>’ – 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이 초기화 되지 않음 </a:t>
            </a:r>
            <a:r>
              <a:rPr lang="en-US" altLang="ko-KR" dirty="0">
                <a:solidFill>
                  <a:srgbClr val="C00000"/>
                </a:solidFill>
              </a:rPr>
              <a:t>&lt;&lt;</a:t>
            </a:r>
            <a:r>
              <a:rPr lang="ko-KR" altLang="en-US" dirty="0">
                <a:solidFill>
                  <a:srgbClr val="C00000"/>
                </a:solidFill>
              </a:rPr>
              <a:t>특정 층 반드시 등장</a:t>
            </a:r>
            <a:endParaRPr lang="en-US" altLang="ko-KR" dirty="0">
              <a:solidFill>
                <a:srgbClr val="C00000"/>
              </a:solidFill>
            </a:endParaRPr>
          </a:p>
          <a:p>
            <a:endParaRPr lang="en-US" altLang="ko-KR" dirty="0"/>
          </a:p>
          <a:p>
            <a:r>
              <a:rPr lang="ko-KR" altLang="en-US" b="1" dirty="0"/>
              <a:t>카드</a:t>
            </a:r>
            <a:endParaRPr lang="en-US" altLang="ko-KR" b="1" dirty="0"/>
          </a:p>
          <a:p>
            <a:r>
              <a:rPr lang="en-US" altLang="ko-KR" dirty="0"/>
              <a:t> </a:t>
            </a:r>
            <a:r>
              <a:rPr lang="ko-KR" altLang="en-US" dirty="0"/>
              <a:t>불안정 회복</a:t>
            </a:r>
            <a:r>
              <a:rPr lang="en-US" altLang="ko-KR" dirty="0"/>
              <a:t>, </a:t>
            </a:r>
            <a:r>
              <a:rPr lang="ko-KR" altLang="en-US" dirty="0"/>
              <a:t>불안정 방지 카드</a:t>
            </a:r>
            <a:r>
              <a:rPr lang="en-US" altLang="ko-KR" dirty="0"/>
              <a:t>, </a:t>
            </a:r>
            <a:r>
              <a:rPr lang="ko-KR" altLang="en-US" dirty="0"/>
              <a:t>불안정을 증가하고 보너스를 받는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등을 </a:t>
            </a:r>
            <a:r>
              <a:rPr lang="en-US" altLang="ko-KR" dirty="0"/>
              <a:t>[</a:t>
            </a:r>
            <a:r>
              <a:rPr lang="ko-KR" altLang="en-US" dirty="0"/>
              <a:t>불안정</a:t>
            </a:r>
            <a:r>
              <a:rPr lang="en-US" altLang="ko-KR" dirty="0"/>
              <a:t>]</a:t>
            </a:r>
            <a:r>
              <a:rPr lang="ko-KR" altLang="en-US" dirty="0"/>
              <a:t> 태그 달고 추가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79173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600</Words>
  <Application>Microsoft Office PowerPoint</Application>
  <PresentationFormat>와이드스크린</PresentationFormat>
  <Paragraphs>95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HOME</dc:creator>
  <cp:lastModifiedBy>퓨 체</cp:lastModifiedBy>
  <cp:revision>4</cp:revision>
  <dcterms:created xsi:type="dcterms:W3CDTF">2026-01-12T19:58:29Z</dcterms:created>
  <dcterms:modified xsi:type="dcterms:W3CDTF">2026-03-05T15:22:08Z</dcterms:modified>
</cp:coreProperties>
</file>