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0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5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2FC52C-51BC-8807-7CBD-38BE7EF6E7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A1B9274-94C6-6397-94FE-D48153D233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07A06DA-0EEB-92D8-6D10-10028AE5DB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2026-04-16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7DB644D-8C91-D65F-3F68-BE623534C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C0FAB0-5423-50E7-7C7F-2D2A825D7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85117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73EB16-EC46-1930-BF50-0E344BF2C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0521C9-E0A2-7DB7-BDD6-6FA8BC140E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A3C1F7-AC3E-2920-A88C-E400F0A66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2026-04-16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D87632-26B8-8710-FDBB-1EE54BEC39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A94BF45-CF83-9AAF-C989-DE6FCC696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70850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FD1636-AC19-CC97-23D1-4DA7D731F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1917DA2-3AB4-F16C-817C-A70907BA87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A907027-5C37-07F3-1B43-019E158027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2026-04-16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FB8DBF-5490-AACA-5A3D-49641A8F73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F8193D-2EE7-18D8-90BC-E45719FB9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7376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F401DB-DEAA-22E7-3FBF-6F96D0BC3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AACD5A-5963-ADDF-9D46-B78C0A17C5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2ED062D-4CF7-D447-944F-DB07EDE3C8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B633EA4-3F63-0653-4215-2B34CBD59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2026-04-16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33CE5CA-F7E5-C265-319C-3D707CADB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D098371-0E47-999F-4166-35FADB446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14134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FDDBE0-56D4-6D7E-0F93-A8A508079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BFAD03B-E156-BDF5-A78B-9C3277BB0B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59B20DE-3749-AC01-3207-2664BC68C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821E1BA-B1B1-962D-B74E-B97D8B89E5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64205A5-DDEC-560C-49C4-13A4E50411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4690FBC-AB7E-588C-2BB2-87DC80C1E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2026-04-16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5AAF472-D8CD-0F60-646C-4373B165A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B1136FB-2295-3978-D693-51B44B0DA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8703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31DBC9-453A-A11A-965D-35592C8D13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12E5160-ED96-F7FA-CDAF-EB7544C44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2026-04-16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095B22C-8D3B-3591-DBFE-BA035C35A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D3BF95-426E-504C-3F22-7D6E3B3E0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375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FC915CC-8AC9-C07B-89C9-51FACB76B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2026-04-16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1C98CCC-BE3C-3CB9-29B1-7D5D63A1F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10CA7F-BBE4-8E37-2933-37FCFF192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51763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1F851B-A1D3-F4A3-9895-B2302E0B6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E47090F-3302-61B9-83A4-7ABC3A45B8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53F9F86-D5D3-69E4-5730-4DD19EC1C8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D746C13-572E-1681-FF05-04B696CC02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2026-04-16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721170B-7035-FAA2-F634-59ABA1AB2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8C11BD6-22B5-781E-09FA-BD423A336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8359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5CF2BC-0D51-D4DE-3D9D-F9030BFA3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6F426AC-158F-8D3B-7E35-6587F2BAEE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A9212A5-BF44-51E5-8961-20B0E1F8C4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F1B8ABA-90A6-59DD-BC67-6F9F3D1CA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2026-04-16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00256D6-17FB-1F99-9584-59EA4E934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5A41C2D-E737-A777-5568-B39BFA0B0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87160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7F8F9D-697C-D810-18B7-B88F6317E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90ADAF7-8F9F-DD79-458C-B135AED151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1F15EED-85CD-86B5-B4F2-0C6A86D5F9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2026-04-16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1A9CD7-FEE3-EFC1-AE5C-70E4AECBF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75A413-14B6-A2F1-F9D7-74B4529D8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06596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0FB538D-BB1D-9947-01AF-18E0D1A55C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D35231E-D3B5-87AA-1E8A-A7D2067972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C82B3C-C0A0-F903-1237-702C118904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2026-04-16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2A35CA6-5C05-6676-A34A-2A34144A1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571500-243D-4394-3D8C-549F0AAE7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5491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E6A50DC-F643-3DAD-5236-362636E0D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F2258B4-2416-A725-464B-696E5E6A32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91CC02-A4AF-7335-03CF-697F848D12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FDF62A-CEF3-4A4B-9978-8C575DC3A030}" type="datetimeFigureOut">
              <a:rPr lang="ko-KR" altLang="en-US" smtClean="0"/>
              <a:t>2026-04-16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75F3F6-BA18-B586-CC63-9039CF6365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91DFAE-8A24-BF72-9546-ED6BBACBDC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34718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98A12E9-F9D9-CFEE-2869-AF4705C5E089}"/>
              </a:ext>
            </a:extLst>
          </p:cNvPr>
          <p:cNvSpPr txBox="1"/>
          <p:nvPr/>
        </p:nvSpPr>
        <p:spPr>
          <a:xfrm>
            <a:off x="748145" y="591127"/>
            <a:ext cx="3712876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목차</a:t>
            </a:r>
            <a:endParaRPr lang="en-US" altLang="ko-KR" b="1" dirty="0"/>
          </a:p>
          <a:p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연출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인 게임 </a:t>
            </a:r>
            <a:r>
              <a:rPr lang="en-US" altLang="ko-KR" dirty="0"/>
              <a:t>– </a:t>
            </a:r>
            <a:r>
              <a:rPr lang="ko-KR" altLang="en-US" dirty="0"/>
              <a:t>타일 타격 연출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 err="1"/>
              <a:t>인게임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상점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상점</a:t>
            </a:r>
            <a:endParaRPr lang="en-US" altLang="ko-KR" dirty="0"/>
          </a:p>
          <a:p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추가 기능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유물 마우스오버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상점 마우스오버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의뢰 설명문</a:t>
            </a:r>
            <a:endParaRPr lang="en-US" altLang="ko-KR" dirty="0"/>
          </a:p>
          <a:p>
            <a:r>
              <a:rPr lang="en-US" altLang="ko-KR" dirty="0"/>
              <a:t>	</a:t>
            </a:r>
          </a:p>
          <a:p>
            <a:r>
              <a:rPr lang="en-US" altLang="ko-KR" dirty="0"/>
              <a:t>-</a:t>
            </a:r>
          </a:p>
          <a:p>
            <a:endParaRPr lang="en-US" altLang="ko-KR" dirty="0"/>
          </a:p>
          <a:p>
            <a:r>
              <a:rPr lang="en-US" altLang="ko-KR" dirty="0"/>
              <a:t>-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451980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CB03452-EB6E-CA88-84E1-FEF920C8E0F2}"/>
              </a:ext>
            </a:extLst>
          </p:cNvPr>
          <p:cNvSpPr txBox="1"/>
          <p:nvPr/>
        </p:nvSpPr>
        <p:spPr>
          <a:xfrm>
            <a:off x="463452" y="563419"/>
            <a:ext cx="17331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타일 타격 연출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512066-2C29-3FDA-34FC-37EFB1A99550}"/>
              </a:ext>
            </a:extLst>
          </p:cNvPr>
          <p:cNvSpPr txBox="1"/>
          <p:nvPr/>
        </p:nvSpPr>
        <p:spPr>
          <a:xfrm>
            <a:off x="475286" y="3429000"/>
            <a:ext cx="7792903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타일에 타격을 가하는 카드 사용시</a:t>
            </a:r>
            <a:endParaRPr lang="en-US" altLang="ko-KR" dirty="0"/>
          </a:p>
          <a:p>
            <a:r>
              <a:rPr lang="ko-KR" altLang="en-US" dirty="0"/>
              <a:t>기존 위치에서 좌로 </a:t>
            </a:r>
            <a:r>
              <a:rPr lang="en-US" altLang="ko-KR" dirty="0"/>
              <a:t>1px </a:t>
            </a:r>
            <a:r>
              <a:rPr lang="ko-KR" altLang="en-US" dirty="0"/>
              <a:t>우로 </a:t>
            </a:r>
            <a:r>
              <a:rPr lang="en-US" altLang="ko-KR" dirty="0"/>
              <a:t>1px</a:t>
            </a:r>
            <a:r>
              <a:rPr lang="ko-KR" altLang="en-US" dirty="0"/>
              <a:t>씩 흔들리는 연출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타일 파괴 시</a:t>
            </a:r>
            <a:r>
              <a:rPr lang="en-US" altLang="ko-KR" dirty="0"/>
              <a:t>,</a:t>
            </a:r>
            <a:r>
              <a:rPr lang="ko-KR" altLang="en-US" dirty="0"/>
              <a:t> 파편이 나와 아래로 떨어지는 </a:t>
            </a:r>
            <a:r>
              <a:rPr lang="ko-KR" altLang="en-US" dirty="0" err="1"/>
              <a:t>파티클</a:t>
            </a:r>
            <a:endParaRPr lang="en-US" altLang="ko-KR" dirty="0"/>
          </a:p>
          <a:p>
            <a:r>
              <a:rPr lang="en-US" altLang="ko-KR" dirty="0">
                <a:solidFill>
                  <a:srgbClr val="FF0000"/>
                </a:solidFill>
              </a:rPr>
              <a:t>(</a:t>
            </a:r>
            <a:r>
              <a:rPr lang="ko-KR" altLang="en-US" dirty="0">
                <a:solidFill>
                  <a:srgbClr val="FF0000"/>
                </a:solidFill>
              </a:rPr>
              <a:t>예시 </a:t>
            </a:r>
            <a:r>
              <a:rPr lang="ko-KR" altLang="en-US" dirty="0" err="1">
                <a:solidFill>
                  <a:srgbClr val="FF0000"/>
                </a:solidFill>
              </a:rPr>
              <a:t>파티클은</a:t>
            </a:r>
            <a:r>
              <a:rPr lang="ko-KR" altLang="en-US" dirty="0">
                <a:solidFill>
                  <a:srgbClr val="FF0000"/>
                </a:solidFill>
              </a:rPr>
              <a:t> 포토샵 노가다로 표현했기 때문에</a:t>
            </a:r>
            <a:endParaRPr lang="en-US" altLang="ko-KR" dirty="0">
              <a:solidFill>
                <a:srgbClr val="FF0000"/>
              </a:solidFill>
            </a:endParaRPr>
          </a:p>
          <a:p>
            <a:r>
              <a:rPr lang="ko-KR" altLang="en-US" dirty="0">
                <a:solidFill>
                  <a:srgbClr val="FF0000"/>
                </a:solidFill>
              </a:rPr>
              <a:t>실제 연출과 모양이나 개수가 크게 변할 수 있음</a:t>
            </a:r>
            <a:r>
              <a:rPr lang="en-US" altLang="ko-KR" dirty="0">
                <a:solidFill>
                  <a:srgbClr val="FF0000"/>
                </a:solidFill>
              </a:rPr>
              <a:t>)</a:t>
            </a:r>
          </a:p>
          <a:p>
            <a:endParaRPr lang="en-US" altLang="ko-KR" dirty="0">
              <a:solidFill>
                <a:srgbClr val="FF0000"/>
              </a:solidFill>
            </a:endParaRPr>
          </a:p>
          <a:p>
            <a:r>
              <a:rPr lang="ko-KR" altLang="en-US" dirty="0"/>
              <a:t>타일 파괴 실패 혹은 파괴는 안 하고 태그만 부여 시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타격한 타일만 기존 위치에서 위로 </a:t>
            </a:r>
            <a:r>
              <a:rPr lang="en-US" altLang="ko-KR" dirty="0"/>
              <a:t>1px, </a:t>
            </a:r>
            <a:r>
              <a:rPr lang="ko-KR" altLang="en-US" dirty="0"/>
              <a:t>아래로 </a:t>
            </a:r>
            <a:r>
              <a:rPr lang="en-US" altLang="ko-KR" dirty="0"/>
              <a:t>1px </a:t>
            </a:r>
            <a:r>
              <a:rPr lang="ko-KR" altLang="en-US" dirty="0"/>
              <a:t>추가로 흔들리는 연출</a:t>
            </a:r>
            <a:endParaRPr lang="en-US" altLang="ko-KR" dirty="0"/>
          </a:p>
          <a:p>
            <a:r>
              <a:rPr lang="ko-KR" altLang="en-US" dirty="0"/>
              <a:t>작은 먼지만 아래로 떨어지는 </a:t>
            </a:r>
            <a:r>
              <a:rPr lang="ko-KR" altLang="en-US" dirty="0" err="1"/>
              <a:t>파티클</a:t>
            </a:r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8D5229C-BA23-1A2C-B44A-1400A0C4DF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286" y="1130118"/>
            <a:ext cx="2101515" cy="210151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9068B35-E3A0-BA86-9285-ABAEEE169C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4926" y="1130118"/>
            <a:ext cx="2101515" cy="2101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5302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54EE9-DC50-5B50-C450-D2324EEA3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692F68F-9FE0-562C-CAF0-FFB64FAD0421}"/>
              </a:ext>
            </a:extLst>
          </p:cNvPr>
          <p:cNvSpPr txBox="1"/>
          <p:nvPr/>
        </p:nvSpPr>
        <p:spPr>
          <a:xfrm>
            <a:off x="463452" y="56341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점수 </a:t>
            </a:r>
            <a:r>
              <a:rPr lang="ko-KR" altLang="en-US" b="1" dirty="0" err="1"/>
              <a:t>정보표</a:t>
            </a:r>
            <a:endParaRPr lang="ko-KR" alt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23CB87-8681-8029-4212-FA9BDC062269}"/>
              </a:ext>
            </a:extLst>
          </p:cNvPr>
          <p:cNvSpPr txBox="1"/>
          <p:nvPr/>
        </p:nvSpPr>
        <p:spPr>
          <a:xfrm>
            <a:off x="3182926" y="1512620"/>
            <a:ext cx="23462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Stage</a:t>
            </a:r>
            <a:r>
              <a:rPr lang="ko-KR" altLang="en-US" dirty="0"/>
              <a:t>의 </a:t>
            </a:r>
            <a:r>
              <a:rPr lang="en-US" altLang="ko-KR" dirty="0"/>
              <a:t>Target score</a:t>
            </a:r>
          </a:p>
          <a:p>
            <a:r>
              <a:rPr lang="ko-KR" altLang="en-US" dirty="0"/>
              <a:t>하단</a:t>
            </a:r>
            <a:r>
              <a:rPr lang="en-US" altLang="ko-KR" dirty="0"/>
              <a:t> </a:t>
            </a:r>
            <a:r>
              <a:rPr lang="ko-KR" altLang="en-US" dirty="0"/>
              <a:t>버튼으로 표기</a:t>
            </a:r>
            <a:endParaRPr lang="en-US" altLang="ko-KR" dirty="0"/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33814FD4-4B1B-76A2-5B79-DD2617D6151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801AA1E-A113-A877-F076-ABEC806F4A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07" y="1058358"/>
            <a:ext cx="2695384" cy="2421277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2CF59888-7E9F-0B0B-701B-3AA65FF0A4F6}"/>
              </a:ext>
            </a:extLst>
          </p:cNvPr>
          <p:cNvSpPr/>
          <p:nvPr/>
        </p:nvSpPr>
        <p:spPr>
          <a:xfrm>
            <a:off x="2493818" y="2669309"/>
            <a:ext cx="406400" cy="45258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D4D79B1-48C4-1E52-8C12-BC63B15E7C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507" y="3605242"/>
            <a:ext cx="2886478" cy="2333951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A55448D-2074-0D24-33FF-C08D54AE1161}"/>
              </a:ext>
            </a:extLst>
          </p:cNvPr>
          <p:cNvSpPr txBox="1"/>
          <p:nvPr/>
        </p:nvSpPr>
        <p:spPr>
          <a:xfrm>
            <a:off x="5657418" y="3592548"/>
            <a:ext cx="6375463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태그 점수</a:t>
            </a:r>
            <a:r>
              <a:rPr lang="en-US" altLang="ko-KR" b="1" dirty="0"/>
              <a:t>(</a:t>
            </a:r>
            <a:r>
              <a:rPr lang="ko-KR" altLang="en-US" b="1" dirty="0"/>
              <a:t>좌</a:t>
            </a:r>
            <a:r>
              <a:rPr lang="en-US" altLang="ko-KR" b="1" dirty="0"/>
              <a:t>)</a:t>
            </a:r>
            <a:r>
              <a:rPr lang="ko-KR" altLang="en-US" b="1" dirty="0"/>
              <a:t> </a:t>
            </a:r>
            <a:r>
              <a:rPr lang="en-US" altLang="ko-KR" b="1" dirty="0"/>
              <a:t>- </a:t>
            </a:r>
            <a:r>
              <a:rPr lang="ko-KR" altLang="en-US" dirty="0"/>
              <a:t>타일 파괴 시 카드로 받을 수 있는 점수</a:t>
            </a:r>
            <a:endParaRPr lang="en-US" altLang="ko-KR" dirty="0"/>
          </a:p>
          <a:p>
            <a:r>
              <a:rPr lang="ko-KR" altLang="en-US" dirty="0"/>
              <a:t>기본 점수 </a:t>
            </a:r>
            <a:r>
              <a:rPr lang="en-US" altLang="ko-KR" dirty="0"/>
              <a:t>x </a:t>
            </a:r>
            <a:r>
              <a:rPr lang="ko-KR" altLang="en-US" dirty="0"/>
              <a:t>기본 배율을 표기</a:t>
            </a:r>
            <a:endParaRPr lang="en-US" altLang="ko-KR" dirty="0"/>
          </a:p>
          <a:p>
            <a:endParaRPr lang="en-US" altLang="ko-KR" sz="1400" dirty="0"/>
          </a:p>
          <a:p>
            <a:r>
              <a:rPr lang="ko-KR" altLang="en-US" sz="1400" dirty="0"/>
              <a:t>예시</a:t>
            </a:r>
            <a:r>
              <a:rPr lang="en-US" altLang="ko-KR" sz="1400" dirty="0"/>
              <a:t>) </a:t>
            </a:r>
            <a:r>
              <a:rPr lang="ko-KR" altLang="en-US" sz="1400" dirty="0"/>
              <a:t>도구</a:t>
            </a:r>
            <a:r>
              <a:rPr lang="en-US" altLang="ko-KR" sz="1400" dirty="0"/>
              <a:t>/</a:t>
            </a:r>
            <a:r>
              <a:rPr lang="ko-KR" altLang="en-US" sz="1400" dirty="0"/>
              <a:t>황금 태그 카드로 타일 </a:t>
            </a:r>
            <a:r>
              <a:rPr lang="ko-KR" altLang="en-US" sz="1400" dirty="0" err="1"/>
              <a:t>파괴시</a:t>
            </a:r>
            <a:r>
              <a:rPr lang="ko-KR" altLang="en-US" sz="1400" dirty="0"/>
              <a:t> →</a:t>
            </a:r>
            <a:br>
              <a:rPr lang="en-US" altLang="ko-KR" sz="1400" dirty="0"/>
            </a:br>
            <a:r>
              <a:rPr lang="en-US" altLang="ko-KR" sz="1400" dirty="0"/>
              <a:t> (</a:t>
            </a:r>
            <a:r>
              <a:rPr lang="ko-KR" altLang="en-US" sz="1400" dirty="0"/>
              <a:t>파괴 점수</a:t>
            </a:r>
            <a:r>
              <a:rPr lang="en-US" altLang="ko-KR" sz="1400" dirty="0"/>
              <a:t>x</a:t>
            </a:r>
            <a:r>
              <a:rPr lang="ko-KR" altLang="en-US" sz="1400" dirty="0"/>
              <a:t>파괴 배율</a:t>
            </a:r>
            <a:r>
              <a:rPr lang="en-US" altLang="ko-KR" sz="1400" dirty="0"/>
              <a:t>) + (</a:t>
            </a:r>
            <a:r>
              <a:rPr lang="ko-KR" altLang="en-US" sz="1400" dirty="0"/>
              <a:t>도구 점수</a:t>
            </a:r>
            <a:r>
              <a:rPr lang="en-US" altLang="ko-KR" sz="1400" dirty="0"/>
              <a:t>x</a:t>
            </a:r>
            <a:r>
              <a:rPr lang="ko-KR" altLang="en-US" sz="1400" dirty="0"/>
              <a:t>도구 배율</a:t>
            </a:r>
            <a:r>
              <a:rPr lang="en-US" altLang="ko-KR" sz="1400" dirty="0"/>
              <a:t>) +</a:t>
            </a:r>
            <a:br>
              <a:rPr lang="en-US" altLang="ko-KR" sz="1400" dirty="0"/>
            </a:br>
            <a:r>
              <a:rPr lang="en-US" altLang="ko-KR" sz="1400" dirty="0"/>
              <a:t> (</a:t>
            </a:r>
            <a:r>
              <a:rPr lang="ko-KR" altLang="en-US" sz="1400" dirty="0"/>
              <a:t>황금 점수</a:t>
            </a:r>
            <a:r>
              <a:rPr lang="en-US" altLang="ko-KR" sz="1400" dirty="0"/>
              <a:t>x</a:t>
            </a:r>
            <a:r>
              <a:rPr lang="ko-KR" altLang="en-US" sz="1400" dirty="0"/>
              <a:t>황금 배율</a:t>
            </a:r>
            <a:r>
              <a:rPr lang="en-US" altLang="ko-KR" sz="1400" dirty="0"/>
              <a:t>) </a:t>
            </a:r>
            <a:r>
              <a:rPr lang="ko-KR" altLang="en-US" sz="1400" dirty="0"/>
              <a:t>에 해당하는 점수 획득</a:t>
            </a:r>
            <a:endParaRPr lang="en-US" altLang="ko-KR" sz="1400" dirty="0"/>
          </a:p>
          <a:p>
            <a:endParaRPr lang="en-US" altLang="ko-KR" b="1" dirty="0"/>
          </a:p>
          <a:p>
            <a:r>
              <a:rPr lang="ko-KR" altLang="en-US" b="1" dirty="0"/>
              <a:t>타일 점수</a:t>
            </a:r>
            <a:r>
              <a:rPr lang="en-US" altLang="ko-KR" b="1" dirty="0"/>
              <a:t>(</a:t>
            </a:r>
            <a:r>
              <a:rPr lang="ko-KR" altLang="en-US" b="1" dirty="0"/>
              <a:t>우</a:t>
            </a:r>
            <a:r>
              <a:rPr lang="en-US" altLang="ko-KR" b="1" dirty="0"/>
              <a:t>)</a:t>
            </a:r>
            <a:r>
              <a:rPr lang="ko-KR" altLang="en-US" b="1" dirty="0"/>
              <a:t> </a:t>
            </a:r>
            <a:r>
              <a:rPr lang="en-US" altLang="ko-KR" b="1" dirty="0"/>
              <a:t>– </a:t>
            </a:r>
            <a:r>
              <a:rPr lang="ko-KR" altLang="en-US" dirty="0"/>
              <a:t>타일의 특수 효과</a:t>
            </a:r>
            <a:r>
              <a:rPr lang="en-US" altLang="ko-KR" dirty="0"/>
              <a:t>/</a:t>
            </a:r>
            <a:r>
              <a:rPr lang="ko-KR" altLang="en-US" dirty="0"/>
              <a:t>파괴로 받을 수 있는 점수</a:t>
            </a:r>
            <a:endParaRPr lang="en-US" altLang="ko-KR" dirty="0"/>
          </a:p>
          <a:p>
            <a:r>
              <a:rPr lang="en-US" altLang="ko-KR" dirty="0"/>
              <a:t> (</a:t>
            </a:r>
            <a:r>
              <a:rPr lang="ko-KR" altLang="en-US" dirty="0"/>
              <a:t>감전은 효과 점수와 파괴 점수가 다를 수 있음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en-US" altLang="ko-KR" sz="1400" dirty="0"/>
              <a:t> </a:t>
            </a:r>
            <a:r>
              <a:rPr lang="ko-KR" altLang="en-US" sz="1400" dirty="0"/>
              <a:t>파괴 점수 </a:t>
            </a:r>
            <a:r>
              <a:rPr lang="en-US" altLang="ko-KR" sz="1400" dirty="0"/>
              <a:t>– </a:t>
            </a:r>
            <a:r>
              <a:rPr lang="ko-KR" altLang="en-US" sz="1400" dirty="0"/>
              <a:t>태그가 없으면 파괴</a:t>
            </a:r>
            <a:r>
              <a:rPr lang="en-US" altLang="ko-KR" sz="1400" dirty="0"/>
              <a:t>(</a:t>
            </a:r>
            <a:r>
              <a:rPr lang="ko-KR" altLang="en-US" sz="1400" dirty="0"/>
              <a:t>기본</a:t>
            </a:r>
            <a:r>
              <a:rPr lang="en-US" altLang="ko-KR" sz="1400" dirty="0"/>
              <a:t>) </a:t>
            </a:r>
            <a:r>
              <a:rPr lang="ko-KR" altLang="en-US" sz="1400" dirty="0"/>
              <a:t>점수</a:t>
            </a:r>
            <a:br>
              <a:rPr lang="en-US" altLang="ko-KR" sz="1400" dirty="0"/>
            </a:br>
            <a:r>
              <a:rPr lang="en-US" altLang="ko-KR" sz="1400" dirty="0"/>
              <a:t> </a:t>
            </a:r>
            <a:r>
              <a:rPr lang="ko-KR" altLang="en-US" sz="1400" dirty="0"/>
              <a:t>태그가 있으면 해당 태그 파괴 점수를 모두 별개로 이행</a:t>
            </a:r>
            <a:endParaRPr lang="en-US" altLang="ko-KR" sz="1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3A9DCB5-5326-FDB7-5244-C99E8F9140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9209" y="109181"/>
            <a:ext cx="3073442" cy="341632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EC2F7C35-5C14-0EDC-CE50-AA667DBDC7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8344" y="109181"/>
            <a:ext cx="3294537" cy="3416320"/>
          </a:xfrm>
          <a:prstGeom prst="rect">
            <a:avLst/>
          </a:prstGeom>
        </p:spPr>
      </p:pic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B4AC5D4E-B62E-0DAB-A6A9-B560FDA55849}"/>
              </a:ext>
            </a:extLst>
          </p:cNvPr>
          <p:cNvCxnSpPr>
            <a:stCxn id="10" idx="3"/>
          </p:cNvCxnSpPr>
          <p:nvPr/>
        </p:nvCxnSpPr>
        <p:spPr>
          <a:xfrm flipV="1">
            <a:off x="2900218" y="2096655"/>
            <a:ext cx="2493818" cy="79894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951361A5-4BFB-D96C-11B9-79D004590071}"/>
              </a:ext>
            </a:extLst>
          </p:cNvPr>
          <p:cNvSpPr txBox="1"/>
          <p:nvPr/>
        </p:nvSpPr>
        <p:spPr>
          <a:xfrm>
            <a:off x="426507" y="5962298"/>
            <a:ext cx="2887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발라트로의</a:t>
            </a:r>
            <a:r>
              <a:rPr lang="ko-KR" altLang="en-US" dirty="0"/>
              <a:t> </a:t>
            </a:r>
            <a:r>
              <a:rPr lang="ko-KR" altLang="en-US" dirty="0" err="1"/>
              <a:t>족보같은</a:t>
            </a:r>
            <a:r>
              <a:rPr lang="ko-KR" altLang="en-US" dirty="0"/>
              <a:t> 기능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9985179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13129-29EB-C92D-5F42-91537BCE2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5A04099-986D-C159-3F11-C013A961423D}"/>
              </a:ext>
            </a:extLst>
          </p:cNvPr>
          <p:cNvSpPr txBox="1"/>
          <p:nvPr/>
        </p:nvSpPr>
        <p:spPr>
          <a:xfrm>
            <a:off x="463452" y="56341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점수 </a:t>
            </a:r>
            <a:r>
              <a:rPr lang="ko-KR" altLang="en-US" b="1" dirty="0" err="1"/>
              <a:t>정보표</a:t>
            </a:r>
            <a:endParaRPr lang="ko-KR" altLang="en-US" b="1" dirty="0"/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89C689AD-5773-DE0C-0136-ABEE541E3EF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48E95E-1DDE-B2AA-677E-4DBE2731CA03}"/>
              </a:ext>
            </a:extLst>
          </p:cNvPr>
          <p:cNvSpPr txBox="1"/>
          <p:nvPr/>
        </p:nvSpPr>
        <p:spPr>
          <a:xfrm>
            <a:off x="5648037" y="563419"/>
            <a:ext cx="6080511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타일 점수</a:t>
            </a:r>
            <a:endParaRPr lang="en-US" altLang="ko-KR" b="1" dirty="0"/>
          </a:p>
          <a:p>
            <a:endParaRPr lang="en-US" altLang="ko-KR" dirty="0"/>
          </a:p>
          <a:p>
            <a:r>
              <a:rPr lang="ko-KR" altLang="en-US" dirty="0"/>
              <a:t>파괴 점수 </a:t>
            </a:r>
            <a:r>
              <a:rPr lang="en-US" altLang="ko-KR" dirty="0"/>
              <a:t>– </a:t>
            </a:r>
            <a:r>
              <a:rPr lang="ko-KR" altLang="en-US" dirty="0"/>
              <a:t>태그가 없으면 파괴</a:t>
            </a:r>
            <a:r>
              <a:rPr lang="en-US" altLang="ko-KR" dirty="0"/>
              <a:t>(</a:t>
            </a:r>
            <a:r>
              <a:rPr lang="ko-KR" altLang="en-US" dirty="0"/>
              <a:t>기본</a:t>
            </a:r>
            <a:r>
              <a:rPr lang="en-US" altLang="ko-KR" dirty="0"/>
              <a:t>) </a:t>
            </a:r>
            <a:r>
              <a:rPr lang="ko-KR" altLang="en-US" dirty="0"/>
              <a:t>점수를 계산</a:t>
            </a:r>
            <a:endParaRPr lang="en-US" altLang="ko-KR" dirty="0"/>
          </a:p>
          <a:p>
            <a:r>
              <a:rPr lang="ko-KR" altLang="en-US" dirty="0"/>
              <a:t> 태그가 있으면 해당 태그 파괴 점수를 모두 별개로 이행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균열 </a:t>
            </a:r>
            <a:r>
              <a:rPr lang="en-US" altLang="ko-KR" dirty="0"/>
              <a:t>- </a:t>
            </a:r>
            <a:r>
              <a:rPr lang="ko-KR" altLang="en-US" dirty="0"/>
              <a:t>파괴</a:t>
            </a:r>
            <a:r>
              <a:rPr lang="en-US" altLang="ko-KR" dirty="0"/>
              <a:t>(</a:t>
            </a:r>
            <a:r>
              <a:rPr lang="ko-KR" altLang="en-US" dirty="0"/>
              <a:t>기본</a:t>
            </a:r>
            <a:r>
              <a:rPr lang="en-US" altLang="ko-KR" dirty="0"/>
              <a:t>)</a:t>
            </a:r>
            <a:r>
              <a:rPr lang="ko-KR" altLang="en-US" dirty="0"/>
              <a:t>의 점수와 연동</a:t>
            </a:r>
            <a:r>
              <a:rPr lang="en-US" altLang="ko-KR" dirty="0"/>
              <a:t>, </a:t>
            </a:r>
            <a:r>
              <a:rPr lang="ko-KR" altLang="en-US" dirty="0"/>
              <a:t>후 균열 전용 유물 적용</a:t>
            </a:r>
            <a:endParaRPr lang="en-US" altLang="ko-KR" dirty="0"/>
          </a:p>
          <a:p>
            <a:r>
              <a:rPr lang="ko-KR" altLang="en-US" dirty="0"/>
              <a:t>잔상 </a:t>
            </a:r>
            <a:r>
              <a:rPr lang="en-US" altLang="ko-KR" dirty="0"/>
              <a:t>- </a:t>
            </a:r>
            <a:r>
              <a:rPr lang="ko-KR" altLang="en-US" dirty="0"/>
              <a:t>기본 </a:t>
            </a:r>
            <a:r>
              <a:rPr lang="en-US" altLang="ko-KR" dirty="0"/>
              <a:t>0x0</a:t>
            </a:r>
            <a:r>
              <a:rPr lang="ko-KR" altLang="en-US" dirty="0"/>
              <a:t>점</a:t>
            </a:r>
            <a:endParaRPr lang="en-US" altLang="ko-KR" dirty="0"/>
          </a:p>
          <a:p>
            <a:r>
              <a:rPr lang="ko-KR" altLang="en-US" dirty="0"/>
              <a:t>연소 파괴 </a:t>
            </a:r>
            <a:r>
              <a:rPr lang="en-US" altLang="ko-KR" dirty="0"/>
              <a:t>- </a:t>
            </a:r>
            <a:r>
              <a:rPr lang="ko-KR" altLang="en-US" dirty="0"/>
              <a:t>기본 </a:t>
            </a:r>
            <a:r>
              <a:rPr lang="en-US" altLang="ko-KR" dirty="0"/>
              <a:t>0x1</a:t>
            </a:r>
            <a:r>
              <a:rPr lang="ko-KR" altLang="en-US" dirty="0"/>
              <a:t>점</a:t>
            </a:r>
            <a:endParaRPr lang="en-US" altLang="ko-KR" dirty="0"/>
          </a:p>
          <a:p>
            <a:r>
              <a:rPr lang="ko-KR" altLang="en-US" dirty="0"/>
              <a:t>감전 효과 </a:t>
            </a:r>
            <a:r>
              <a:rPr lang="en-US" altLang="ko-KR" dirty="0"/>
              <a:t>- (</a:t>
            </a:r>
            <a:r>
              <a:rPr lang="ko-KR" altLang="en-US" dirty="0"/>
              <a:t>파괴 점수</a:t>
            </a:r>
            <a:r>
              <a:rPr lang="en-US" altLang="ko-KR" dirty="0"/>
              <a:t>x</a:t>
            </a:r>
            <a:r>
              <a:rPr lang="ko-KR" altLang="en-US" dirty="0"/>
              <a:t>파괴 배율</a:t>
            </a:r>
            <a:r>
              <a:rPr lang="en-US" altLang="ko-KR" dirty="0"/>
              <a:t>x0.1)</a:t>
            </a:r>
            <a:r>
              <a:rPr lang="ko-KR" altLang="en-US" dirty="0"/>
              <a:t>과 연동</a:t>
            </a:r>
            <a:r>
              <a:rPr lang="en-US" altLang="ko-KR" dirty="0"/>
              <a:t>, </a:t>
            </a:r>
            <a:r>
              <a:rPr lang="ko-KR" altLang="en-US" dirty="0"/>
              <a:t>후 감전 유물 적용</a:t>
            </a:r>
            <a:endParaRPr lang="en-US" altLang="ko-KR" dirty="0"/>
          </a:p>
          <a:p>
            <a:r>
              <a:rPr lang="ko-KR" altLang="en-US" dirty="0"/>
              <a:t>감전 파괴 </a:t>
            </a:r>
            <a:r>
              <a:rPr lang="en-US" altLang="ko-KR" dirty="0"/>
              <a:t>- (</a:t>
            </a:r>
            <a:r>
              <a:rPr lang="ko-KR" altLang="en-US" dirty="0"/>
              <a:t>파괴 점수</a:t>
            </a:r>
            <a:r>
              <a:rPr lang="en-US" altLang="ko-KR" dirty="0"/>
              <a:t>x</a:t>
            </a:r>
            <a:r>
              <a:rPr lang="ko-KR" altLang="en-US" dirty="0"/>
              <a:t>파괴배율</a:t>
            </a:r>
            <a:r>
              <a:rPr lang="en-US" altLang="ko-KR" dirty="0"/>
              <a:t>)</a:t>
            </a:r>
            <a:r>
              <a:rPr lang="ko-KR" altLang="en-US" dirty="0"/>
              <a:t>과 연동 </a:t>
            </a:r>
            <a:r>
              <a:rPr lang="en-US" altLang="ko-KR" dirty="0"/>
              <a:t>x -1</a:t>
            </a:r>
            <a:br>
              <a:rPr lang="en-US" altLang="ko-KR" dirty="0"/>
            </a:br>
            <a:r>
              <a:rPr lang="ko-KR" altLang="en-US" dirty="0"/>
              <a:t>빙결 파괴 </a:t>
            </a:r>
            <a:r>
              <a:rPr lang="en-US" altLang="ko-KR" dirty="0"/>
              <a:t>- </a:t>
            </a:r>
            <a:r>
              <a:rPr lang="ko-KR" altLang="en-US" dirty="0"/>
              <a:t>파괴</a:t>
            </a:r>
            <a:r>
              <a:rPr lang="en-US" altLang="ko-KR" dirty="0"/>
              <a:t>(</a:t>
            </a:r>
            <a:r>
              <a:rPr lang="ko-KR" altLang="en-US" dirty="0"/>
              <a:t>기본</a:t>
            </a:r>
            <a:r>
              <a:rPr lang="en-US" altLang="ko-KR" dirty="0"/>
              <a:t>)</a:t>
            </a:r>
            <a:r>
              <a:rPr lang="ko-KR" altLang="en-US" dirty="0"/>
              <a:t>의 점수와 연동</a:t>
            </a:r>
            <a:r>
              <a:rPr lang="en-US" altLang="ko-KR" dirty="0"/>
              <a:t>, </a:t>
            </a:r>
            <a:r>
              <a:rPr lang="ko-KR" altLang="en-US" dirty="0"/>
              <a:t>후 빙결 유물 적용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b="1" dirty="0"/>
              <a:t>별 </a:t>
            </a:r>
            <a:r>
              <a:rPr lang="en-US" altLang="ko-KR" b="1" dirty="0"/>
              <a:t>(</a:t>
            </a:r>
            <a:r>
              <a:rPr lang="ko-KR" altLang="en-US" b="1" dirty="0"/>
              <a:t>즐겨찾기</a:t>
            </a:r>
            <a:r>
              <a:rPr lang="en-US" altLang="ko-KR" b="1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유저가 즐겨찾기 한 게 맨 위로 올라옴</a:t>
            </a:r>
            <a:r>
              <a:rPr lang="en-US" altLang="ko-KR" dirty="0"/>
              <a:t>(</a:t>
            </a:r>
            <a:r>
              <a:rPr lang="ko-KR" altLang="en-US" dirty="0"/>
              <a:t>유저가 별 </a:t>
            </a:r>
            <a:r>
              <a:rPr lang="ko-KR" altLang="en-US" dirty="0" err="1"/>
              <a:t>누른거</a:t>
            </a:r>
            <a:r>
              <a:rPr lang="ko-KR" altLang="en-US" dirty="0"/>
              <a:t> 순서대로 맨 위로 올라감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캐릭터별 권장 태그가 기본적으로 즐겨찾기 되어있을까</a:t>
            </a:r>
            <a:r>
              <a:rPr lang="en-US" altLang="ko-KR" dirty="0"/>
              <a:t>?</a:t>
            </a:r>
            <a:r>
              <a:rPr lang="ko-KR" altLang="en-US" dirty="0"/>
              <a:t>하는 얘기가 있었음</a:t>
            </a:r>
            <a:r>
              <a:rPr lang="en-US" altLang="ko-KR" dirty="0"/>
              <a:t>(</a:t>
            </a:r>
            <a:r>
              <a:rPr lang="ko-KR" altLang="en-US" dirty="0"/>
              <a:t>중요하진 않음</a:t>
            </a:r>
            <a:r>
              <a:rPr lang="en-US" altLang="ko-KR" dirty="0"/>
              <a:t>. </a:t>
            </a:r>
            <a:r>
              <a:rPr lang="ko-KR" altLang="en-US" dirty="0"/>
              <a:t>있음 좋음</a:t>
            </a:r>
            <a:r>
              <a:rPr lang="en-US" altLang="ko-KR" dirty="0"/>
              <a:t>)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D32CCBD-85F3-ED11-9AAF-4C36D7E3B7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452" y="1208308"/>
            <a:ext cx="4704551" cy="4878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9257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00A2B-26D4-AD7F-C557-396614EF4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AECB721-BB18-379E-C1BA-4DD47293883B}"/>
              </a:ext>
            </a:extLst>
          </p:cNvPr>
          <p:cNvSpPr txBox="1"/>
          <p:nvPr/>
        </p:nvSpPr>
        <p:spPr>
          <a:xfrm>
            <a:off x="463452" y="563419"/>
            <a:ext cx="2076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보상 </a:t>
            </a:r>
            <a:r>
              <a:rPr lang="ko-KR" altLang="en-US" b="1" dirty="0" err="1"/>
              <a:t>획득창</a:t>
            </a:r>
            <a:endParaRPr lang="ko-KR" altLang="en-US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5566841-0C93-82B5-9098-17106208D9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452" y="1025236"/>
            <a:ext cx="5378131" cy="30133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B2FF99-9681-09CD-E15E-29997E140955}"/>
              </a:ext>
            </a:extLst>
          </p:cNvPr>
          <p:cNvSpPr txBox="1"/>
          <p:nvPr/>
        </p:nvSpPr>
        <p:spPr>
          <a:xfrm>
            <a:off x="6096000" y="563419"/>
            <a:ext cx="5632548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solidFill>
                  <a:srgbClr val="FF0000"/>
                </a:solidFill>
              </a:rPr>
              <a:t>게</a:t>
            </a:r>
            <a:r>
              <a:rPr lang="ko-KR" altLang="en-US" b="1" dirty="0"/>
              <a:t>임 도중에 등장하게 되면서 변경된 점</a:t>
            </a:r>
            <a:endParaRPr lang="en-US" altLang="ko-KR" b="1" dirty="0"/>
          </a:p>
          <a:p>
            <a:r>
              <a:rPr lang="ko-KR" altLang="en-US" dirty="0"/>
              <a:t> 상단에 </a:t>
            </a:r>
            <a:r>
              <a:rPr lang="en-US" altLang="ko-KR" dirty="0"/>
              <a:t>“</a:t>
            </a:r>
            <a:r>
              <a:rPr lang="ko-KR" altLang="en-US" dirty="0"/>
              <a:t>▽</a:t>
            </a:r>
            <a:r>
              <a:rPr lang="en-US" altLang="ko-KR" dirty="0"/>
              <a:t>(</a:t>
            </a:r>
            <a:r>
              <a:rPr lang="ko-KR" altLang="en-US" dirty="0"/>
              <a:t>접기 버튼</a:t>
            </a:r>
            <a:r>
              <a:rPr lang="en-US" altLang="ko-KR" dirty="0"/>
              <a:t>)”</a:t>
            </a:r>
            <a:r>
              <a:rPr lang="ko-KR" altLang="en-US" dirty="0"/>
              <a:t>이 추가되어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누르면 보상 선택 </a:t>
            </a:r>
            <a:r>
              <a:rPr lang="en-US" altLang="ko-KR" dirty="0"/>
              <a:t>UI</a:t>
            </a:r>
            <a:r>
              <a:rPr lang="ko-KR" altLang="en-US" dirty="0"/>
              <a:t>가 전체적으로 아래로 내려가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게임 진행 화면을 살펴볼 수 있게 됨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짝을 이루는 △버튼이 있어 다시 펼칠 수 있음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손패 정도만 살펴볼 수 있고 게임 진행은 불가능</a:t>
            </a:r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이건 보물같이 게임 도중 등장하는 상황에서만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b="1" dirty="0">
                <a:solidFill>
                  <a:schemeClr val="accent2"/>
                </a:solidFill>
              </a:rPr>
              <a:t>보</a:t>
            </a:r>
            <a:r>
              <a:rPr lang="ko-KR" altLang="en-US" b="1" dirty="0"/>
              <a:t>상 개수를 여럿 선택 가능하게 되면서</a:t>
            </a:r>
            <a:r>
              <a:rPr lang="en-US" altLang="ko-KR" b="1" dirty="0"/>
              <a:t> </a:t>
            </a:r>
            <a:r>
              <a:rPr lang="ko-KR" altLang="en-US" b="1" dirty="0"/>
              <a:t>변경된 점</a:t>
            </a:r>
            <a:endParaRPr lang="en-US" altLang="ko-KR" b="1" dirty="0"/>
          </a:p>
          <a:p>
            <a:endParaRPr lang="en-US" altLang="ko-KR" dirty="0"/>
          </a:p>
          <a:p>
            <a:r>
              <a:rPr lang="en-US" altLang="ko-KR" dirty="0"/>
              <a:t>Select all</a:t>
            </a:r>
            <a:r>
              <a:rPr lang="ko-KR" altLang="en-US" dirty="0"/>
              <a:t>버튼</a:t>
            </a:r>
            <a:r>
              <a:rPr lang="en-US" altLang="ko-KR" dirty="0"/>
              <a:t> </a:t>
            </a:r>
            <a:r>
              <a:rPr lang="ko-KR" altLang="en-US" dirty="0"/>
              <a:t>추가</a:t>
            </a:r>
            <a:endParaRPr lang="en-US" altLang="ko-KR" dirty="0"/>
          </a:p>
          <a:p>
            <a:r>
              <a:rPr lang="ko-KR" altLang="en-US" dirty="0"/>
              <a:t>선택하기</a:t>
            </a:r>
            <a:r>
              <a:rPr lang="en-US" altLang="ko-KR" dirty="0"/>
              <a:t>/</a:t>
            </a:r>
            <a:r>
              <a:rPr lang="ko-KR" altLang="en-US" dirty="0"/>
              <a:t>취소하기가 마우스 오버에서 표기</a:t>
            </a:r>
            <a:endParaRPr lang="en-US" altLang="ko-KR" dirty="0"/>
          </a:p>
          <a:p>
            <a:r>
              <a:rPr lang="ko-KR" altLang="en-US" dirty="0"/>
              <a:t>선택 기능 추가</a:t>
            </a:r>
            <a:endParaRPr lang="en-US" altLang="ko-KR" dirty="0"/>
          </a:p>
          <a:p>
            <a:r>
              <a:rPr lang="ko-KR" altLang="en-US" dirty="0"/>
              <a:t>선택 가능 카드 수량 표기 </a:t>
            </a:r>
            <a:r>
              <a:rPr lang="en-US" altLang="ko-KR" dirty="0"/>
              <a:t>(n/m) </a:t>
            </a:r>
            <a:r>
              <a:rPr lang="ko-KR" altLang="en-US" dirty="0"/>
              <a:t>추가</a:t>
            </a:r>
            <a:endParaRPr lang="en-US" altLang="ko-KR" dirty="0"/>
          </a:p>
          <a:p>
            <a:r>
              <a:rPr lang="ko-KR" altLang="en-US" dirty="0"/>
              <a:t>경고문 추가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b="1" dirty="0">
                <a:solidFill>
                  <a:schemeClr val="accent6"/>
                </a:solidFill>
              </a:rPr>
              <a:t>그</a:t>
            </a:r>
            <a:r>
              <a:rPr lang="ko-KR" altLang="en-US" b="1" dirty="0"/>
              <a:t>냥 추가된 점</a:t>
            </a:r>
            <a:endParaRPr lang="en-US" altLang="ko-KR" b="1" dirty="0"/>
          </a:p>
          <a:p>
            <a:r>
              <a:rPr lang="ko-KR" altLang="en-US" dirty="0"/>
              <a:t>보상 내용에 골드 추가</a:t>
            </a:r>
            <a:endParaRPr lang="en-US" altLang="ko-KR" dirty="0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7A6AB122-6C69-718C-B71F-C30DEA34A767}"/>
              </a:ext>
            </a:extLst>
          </p:cNvPr>
          <p:cNvSpPr/>
          <p:nvPr/>
        </p:nvSpPr>
        <p:spPr>
          <a:xfrm>
            <a:off x="2817090" y="969695"/>
            <a:ext cx="655782" cy="20332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0ED584F-D724-9752-4C2C-760207BA3DC2}"/>
              </a:ext>
            </a:extLst>
          </p:cNvPr>
          <p:cNvCxnSpPr>
            <a:stCxn id="7" idx="3"/>
          </p:cNvCxnSpPr>
          <p:nvPr/>
        </p:nvCxnSpPr>
        <p:spPr>
          <a:xfrm>
            <a:off x="3472872" y="1071356"/>
            <a:ext cx="2715492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04BCE9-F89B-816E-6138-DB8DF111F980}"/>
              </a:ext>
            </a:extLst>
          </p:cNvPr>
          <p:cNvSpPr/>
          <p:nvPr/>
        </p:nvSpPr>
        <p:spPr>
          <a:xfrm>
            <a:off x="4867563" y="3713018"/>
            <a:ext cx="323273" cy="230904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FF19D31-02B7-7C91-E004-9C7F1D8EDBD0}"/>
              </a:ext>
            </a:extLst>
          </p:cNvPr>
          <p:cNvSpPr/>
          <p:nvPr/>
        </p:nvSpPr>
        <p:spPr>
          <a:xfrm>
            <a:off x="2073563" y="3313547"/>
            <a:ext cx="2134017" cy="630371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D9A531E-8A8F-F4B5-7F83-ABAD4580F3D8}"/>
              </a:ext>
            </a:extLst>
          </p:cNvPr>
          <p:cNvSpPr/>
          <p:nvPr/>
        </p:nvSpPr>
        <p:spPr>
          <a:xfrm>
            <a:off x="2812888" y="2410989"/>
            <a:ext cx="1888421" cy="276794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27F57B7-AF40-E7DE-B16D-614A7901BB42}"/>
              </a:ext>
            </a:extLst>
          </p:cNvPr>
          <p:cNvSpPr/>
          <p:nvPr/>
        </p:nvSpPr>
        <p:spPr>
          <a:xfrm>
            <a:off x="3842328" y="1602775"/>
            <a:ext cx="1182254" cy="383035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221AF0-B3E0-7C34-2B6C-7F4BF68C3721}"/>
              </a:ext>
            </a:extLst>
          </p:cNvPr>
          <p:cNvSpPr txBox="1"/>
          <p:nvPr/>
        </p:nvSpPr>
        <p:spPr>
          <a:xfrm>
            <a:off x="336243" y="4200350"/>
            <a:ext cx="5632548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기존에는 카드를 한 번 클릭 → 선택하기 문구가 표시 → 한번 더 클릭하여</a:t>
            </a:r>
            <a:endParaRPr lang="en-US" altLang="ko-KR" sz="1200" dirty="0"/>
          </a:p>
          <a:p>
            <a:r>
              <a:rPr lang="ko-KR" altLang="en-US" sz="1200" dirty="0"/>
              <a:t>카드를 선택함과 동시에 다음 화면</a:t>
            </a:r>
            <a:r>
              <a:rPr lang="en-US" altLang="ko-KR" sz="1200" dirty="0"/>
              <a:t>(</a:t>
            </a:r>
            <a:r>
              <a:rPr lang="ko-KR" altLang="en-US" sz="1200" dirty="0"/>
              <a:t>상점</a:t>
            </a:r>
            <a:r>
              <a:rPr lang="en-US" altLang="ko-KR" sz="1200" dirty="0"/>
              <a:t>)</a:t>
            </a:r>
            <a:r>
              <a:rPr lang="ko-KR" altLang="en-US" sz="1200" dirty="0"/>
              <a:t>으로 바로 넘어갔지만</a:t>
            </a:r>
            <a:r>
              <a:rPr lang="en-US" altLang="ko-KR" sz="1200" dirty="0"/>
              <a:t>,</a:t>
            </a:r>
          </a:p>
          <a:p>
            <a:endParaRPr lang="en-US" altLang="ko-KR" sz="1200" dirty="0"/>
          </a:p>
          <a:p>
            <a:r>
              <a:rPr lang="ko-KR" altLang="en-US" sz="1200" dirty="0"/>
              <a:t>보물 기획을 통해 해당 화면이 보다 자주 등장하게 되면서</a:t>
            </a:r>
            <a:endParaRPr lang="en-US" altLang="ko-KR" sz="1200" dirty="0"/>
          </a:p>
          <a:p>
            <a:r>
              <a:rPr lang="ko-KR" altLang="en-US" sz="1200" dirty="0"/>
              <a:t>여러 카드의 조작을 빠르게 해 넘어갈 수 있도록</a:t>
            </a:r>
            <a:r>
              <a:rPr lang="en-US" altLang="ko-KR" sz="1200" dirty="0"/>
              <a:t>,</a:t>
            </a:r>
          </a:p>
          <a:p>
            <a:r>
              <a:rPr lang="ko-KR" altLang="en-US" sz="1200" dirty="0"/>
              <a:t>카드 선택은 클릭 한번으로 되도록 변경했습니다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동시에 사고율을 줄이기 위해 </a:t>
            </a:r>
            <a:r>
              <a:rPr lang="ko-KR" altLang="en-US" sz="1200" dirty="0" err="1"/>
              <a:t>우하단</a:t>
            </a:r>
            <a:r>
              <a:rPr lang="ko-KR" altLang="en-US" sz="1200" dirty="0"/>
              <a:t> </a:t>
            </a:r>
            <a:r>
              <a:rPr lang="en-US" altLang="ko-KR" sz="1200" dirty="0"/>
              <a:t>next</a:t>
            </a:r>
            <a:r>
              <a:rPr lang="ko-KR" altLang="en-US" sz="1200" dirty="0"/>
              <a:t>를 통해 넘어가도록 변경했습니다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(</a:t>
            </a:r>
            <a:r>
              <a:rPr lang="ko-KR" altLang="en-US" sz="1200" dirty="0"/>
              <a:t>아무 카드도 선택하지 않은 경우 </a:t>
            </a:r>
            <a:r>
              <a:rPr lang="en-US" altLang="ko-KR" sz="1200" dirty="0"/>
              <a:t>skip</a:t>
            </a:r>
            <a:r>
              <a:rPr lang="ko-KR" altLang="en-US" sz="1200" dirty="0"/>
              <a:t>→으로 표기되고</a:t>
            </a:r>
            <a:r>
              <a:rPr lang="en-US" altLang="ko-KR" sz="1200" dirty="0"/>
              <a:t>, </a:t>
            </a:r>
            <a:r>
              <a:rPr lang="ko-KR" altLang="en-US" sz="1200" dirty="0"/>
              <a:t>기능은 동일합니다</a:t>
            </a:r>
            <a:r>
              <a:rPr lang="en-US" altLang="ko-KR" sz="1200" dirty="0"/>
              <a:t>.)</a:t>
            </a:r>
          </a:p>
          <a:p>
            <a:r>
              <a:rPr lang="en-US" altLang="ko-KR" sz="1200" dirty="0">
                <a:solidFill>
                  <a:srgbClr val="FF0000"/>
                </a:solidFill>
              </a:rPr>
              <a:t>※ “Select all”</a:t>
            </a:r>
            <a:r>
              <a:rPr lang="ko-KR" altLang="en-US" sz="1200" dirty="0">
                <a:solidFill>
                  <a:srgbClr val="FF0000"/>
                </a:solidFill>
              </a:rPr>
              <a:t>은 모두 체크될 뿐 다음 화면으로 넘어가지지 않습니다</a:t>
            </a:r>
            <a:r>
              <a:rPr lang="en-US" altLang="ko-KR" sz="1200" dirty="0">
                <a:solidFill>
                  <a:srgbClr val="FF0000"/>
                </a:solidFill>
              </a:rPr>
              <a:t>.</a:t>
            </a:r>
          </a:p>
          <a:p>
            <a:endParaRPr lang="en-US" altLang="ko-KR" sz="1200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8B6D64D-B98E-A16D-C06A-BAF8D4B76DF5}"/>
              </a:ext>
            </a:extLst>
          </p:cNvPr>
          <p:cNvSpPr/>
          <p:nvPr/>
        </p:nvSpPr>
        <p:spPr>
          <a:xfrm>
            <a:off x="1252150" y="1579715"/>
            <a:ext cx="1182255" cy="1733831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28169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003AC68E-E299-A51C-D536-7E9B7FF1C0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452" y="1007051"/>
            <a:ext cx="5319634" cy="2992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6D82223-5778-4BED-1CB4-723F9084F492}"/>
              </a:ext>
            </a:extLst>
          </p:cNvPr>
          <p:cNvSpPr txBox="1"/>
          <p:nvPr/>
        </p:nvSpPr>
        <p:spPr>
          <a:xfrm>
            <a:off x="463452" y="563419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이벤트창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FF8ECE-C7A4-2FFC-4653-AEB90315523C}"/>
              </a:ext>
            </a:extLst>
          </p:cNvPr>
          <p:cNvSpPr txBox="1"/>
          <p:nvPr/>
        </p:nvSpPr>
        <p:spPr>
          <a:xfrm>
            <a:off x="6096000" y="563419"/>
            <a:ext cx="5632548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solidFill>
                  <a:srgbClr val="FF0000"/>
                </a:solidFill>
              </a:rPr>
              <a:t>게</a:t>
            </a:r>
            <a:r>
              <a:rPr lang="ko-KR" altLang="en-US" b="1" dirty="0"/>
              <a:t>임 도중에 등장하므로</a:t>
            </a:r>
            <a:endParaRPr lang="en-US" altLang="ko-KR" b="1" dirty="0"/>
          </a:p>
          <a:p>
            <a:r>
              <a:rPr lang="ko-KR" altLang="en-US" dirty="0"/>
              <a:t>상단에 </a:t>
            </a:r>
            <a:r>
              <a:rPr lang="en-US" altLang="ko-KR" dirty="0"/>
              <a:t>“</a:t>
            </a:r>
            <a:r>
              <a:rPr lang="ko-KR" altLang="en-US" dirty="0"/>
              <a:t>▽</a:t>
            </a:r>
            <a:r>
              <a:rPr lang="en-US" altLang="ko-KR" dirty="0"/>
              <a:t>(</a:t>
            </a:r>
            <a:r>
              <a:rPr lang="ko-KR" altLang="en-US" dirty="0"/>
              <a:t>접기 버튼</a:t>
            </a:r>
            <a:r>
              <a:rPr lang="en-US" altLang="ko-KR" dirty="0"/>
              <a:t>)”,</a:t>
            </a:r>
          </a:p>
          <a:p>
            <a:r>
              <a:rPr lang="ko-KR" altLang="en-US" dirty="0"/>
              <a:t>하단에 덱 보기 버튼이 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b="1" dirty="0">
                <a:solidFill>
                  <a:schemeClr val="accent2"/>
                </a:solidFill>
              </a:rPr>
              <a:t>기</a:t>
            </a:r>
            <a:r>
              <a:rPr lang="ko-KR" altLang="en-US" b="1" dirty="0"/>
              <a:t>능</a:t>
            </a:r>
            <a:endParaRPr lang="en-US" altLang="ko-KR" b="1" dirty="0"/>
          </a:p>
          <a:p>
            <a:endParaRPr lang="en-US" altLang="ko-KR" dirty="0"/>
          </a:p>
          <a:p>
            <a:r>
              <a:rPr lang="ko-KR" altLang="en-US" dirty="0"/>
              <a:t>이벤트별 이미지 표기</a:t>
            </a:r>
            <a:endParaRPr lang="en-US" altLang="ko-KR" dirty="0"/>
          </a:p>
          <a:p>
            <a:r>
              <a:rPr lang="ko-KR" altLang="en-US" dirty="0"/>
              <a:t>이벤트 내용 표기</a:t>
            </a:r>
            <a:endParaRPr lang="en-US" altLang="ko-KR" dirty="0"/>
          </a:p>
          <a:p>
            <a:r>
              <a:rPr lang="ko-KR" altLang="en-US" dirty="0"/>
              <a:t>내용이 길어지면 스크롤 가능</a:t>
            </a:r>
            <a:endParaRPr lang="en-US" altLang="ko-KR" dirty="0"/>
          </a:p>
          <a:p>
            <a:r>
              <a:rPr lang="ko-KR" altLang="en-US" dirty="0"/>
              <a:t>선택지</a:t>
            </a:r>
            <a:r>
              <a:rPr lang="en-US" altLang="ko-KR" dirty="0"/>
              <a:t>(</a:t>
            </a:r>
            <a:r>
              <a:rPr lang="ko-KR" altLang="en-US" dirty="0"/>
              <a:t>예시에선 아니지만 텍스트 최하단에 위치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선택지는 텍스트 내용과 분리된 색상으로 표시</a:t>
            </a:r>
            <a:endParaRPr lang="en-US" altLang="ko-KR" dirty="0"/>
          </a:p>
          <a:p>
            <a:r>
              <a:rPr lang="ko-KR" altLang="en-US" dirty="0"/>
              <a:t>마우스 오버로 강조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조건에 의해 선택 못 하는 선택지는</a:t>
            </a:r>
            <a:r>
              <a:rPr lang="en-US" altLang="ko-KR" dirty="0"/>
              <a:t> </a:t>
            </a:r>
            <a:r>
              <a:rPr lang="ko-KR" altLang="en-US" strike="sngStrike" dirty="0" err="1"/>
              <a:t>줄처리</a:t>
            </a:r>
            <a:r>
              <a:rPr lang="ko-KR" altLang="en-US" dirty="0"/>
              <a:t> 할거임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408005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CACE6-D6A6-4DC4-D160-15AB88D04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E4392E95-E307-6C5F-33B7-F735601F727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54957C-E100-CC9C-E286-8EEA26B7F850}"/>
              </a:ext>
            </a:extLst>
          </p:cNvPr>
          <p:cNvSpPr txBox="1"/>
          <p:nvPr/>
        </p:nvSpPr>
        <p:spPr>
          <a:xfrm>
            <a:off x="669637" y="563419"/>
            <a:ext cx="10617199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방해 타일 타격 금지 유물</a:t>
            </a:r>
            <a:endParaRPr lang="en-US" altLang="ko-KR" b="1" dirty="0"/>
          </a:p>
          <a:p>
            <a:endParaRPr lang="en-US" altLang="ko-KR" dirty="0"/>
          </a:p>
          <a:p>
            <a:r>
              <a:rPr lang="ko-KR" altLang="en-US" dirty="0"/>
              <a:t>유물 </a:t>
            </a:r>
            <a:r>
              <a:rPr lang="en-US" altLang="ko-KR" dirty="0"/>
              <a:t>‘</a:t>
            </a:r>
            <a:r>
              <a:rPr lang="ko-KR" altLang="en-US" dirty="0"/>
              <a:t>흔들리는 발판</a:t>
            </a:r>
            <a:r>
              <a:rPr lang="en-US" altLang="ko-KR" dirty="0"/>
              <a:t>’(</a:t>
            </a:r>
            <a:r>
              <a:rPr lang="ko-KR" altLang="en-US" dirty="0"/>
              <a:t>예시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en-US" altLang="ko-KR" dirty="0"/>
              <a:t> - [</a:t>
            </a:r>
            <a:r>
              <a:rPr lang="ko-KR" altLang="en-US" dirty="0"/>
              <a:t>불안정</a:t>
            </a:r>
            <a:r>
              <a:rPr lang="en-US" altLang="ko-KR" dirty="0"/>
              <a:t>] </a:t>
            </a:r>
            <a:r>
              <a:rPr lang="ko-KR" altLang="en-US" dirty="0"/>
              <a:t>부여</a:t>
            </a:r>
            <a:r>
              <a:rPr lang="en-US" altLang="ko-KR" dirty="0"/>
              <a:t>, </a:t>
            </a:r>
            <a:r>
              <a:rPr lang="ko-KR" altLang="en-US" dirty="0"/>
              <a:t>불안정 태그 카드 등장 </a:t>
            </a:r>
            <a:r>
              <a:rPr lang="en-US" altLang="ko-KR" dirty="0">
                <a:solidFill>
                  <a:srgbClr val="C00000"/>
                </a:solidFill>
              </a:rPr>
              <a:t>&lt;&lt;</a:t>
            </a:r>
            <a:r>
              <a:rPr lang="ko-KR" altLang="en-US" dirty="0">
                <a:solidFill>
                  <a:srgbClr val="C00000"/>
                </a:solidFill>
              </a:rPr>
              <a:t>특정 층 반드시 등장</a:t>
            </a:r>
            <a:endParaRPr lang="en-US" altLang="ko-KR" dirty="0">
              <a:solidFill>
                <a:srgbClr val="C00000"/>
              </a:solidFill>
            </a:endParaRPr>
          </a:p>
          <a:p>
            <a:endParaRPr lang="en-US" altLang="ko-KR" dirty="0"/>
          </a:p>
          <a:p>
            <a:r>
              <a:rPr lang="ko-KR" altLang="en-US" b="1" dirty="0"/>
              <a:t>불안정 </a:t>
            </a:r>
            <a:r>
              <a:rPr lang="en-US" altLang="ko-KR" b="1" dirty="0"/>
              <a:t>UI </a:t>
            </a:r>
            <a:r>
              <a:rPr lang="en-US" altLang="ko-KR" dirty="0"/>
              <a:t>– </a:t>
            </a:r>
            <a:r>
              <a:rPr lang="ko-KR" altLang="en-US" dirty="0"/>
              <a:t>캐릭터 옆에 게이지 추가 </a:t>
            </a:r>
            <a:r>
              <a:rPr lang="en-US" altLang="ko-KR" dirty="0"/>
              <a:t>/ </a:t>
            </a:r>
            <a:r>
              <a:rPr lang="ko-KR" altLang="en-US" dirty="0"/>
              <a:t>마우스 </a:t>
            </a:r>
            <a:r>
              <a:rPr lang="ko-KR" altLang="en-US" dirty="0" err="1"/>
              <a:t>오버시</a:t>
            </a:r>
            <a:r>
              <a:rPr lang="ko-KR" altLang="en-US" dirty="0"/>
              <a:t> 설명 표기</a:t>
            </a:r>
            <a:endParaRPr lang="en-US" altLang="ko-KR" dirty="0"/>
          </a:p>
          <a:p>
            <a:r>
              <a:rPr lang="en-US" altLang="ko-KR" dirty="0"/>
              <a:t> </a:t>
            </a:r>
            <a:r>
              <a:rPr lang="ko-KR" altLang="en-US" dirty="0"/>
              <a:t>최대 </a:t>
            </a:r>
            <a:r>
              <a:rPr lang="en-US" altLang="ko-KR" dirty="0"/>
              <a:t>10 / </a:t>
            </a:r>
            <a:r>
              <a:rPr lang="ko-KR" altLang="en-US" dirty="0"/>
              <a:t>방해 타일 </a:t>
            </a:r>
            <a:r>
              <a:rPr lang="ko-KR" altLang="en-US" dirty="0" err="1"/>
              <a:t>타격시</a:t>
            </a:r>
            <a:r>
              <a:rPr lang="ko-KR" altLang="en-US" dirty="0"/>
              <a:t> </a:t>
            </a:r>
            <a:r>
              <a:rPr lang="en-US" altLang="ko-KR" dirty="0"/>
              <a:t>+ 1 / 10 </a:t>
            </a:r>
            <a:r>
              <a:rPr lang="ko-KR" altLang="en-US" dirty="0" err="1"/>
              <a:t>달성시</a:t>
            </a:r>
            <a:r>
              <a:rPr lang="ko-KR" altLang="en-US" dirty="0"/>
              <a:t> 게임 오버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b="1" dirty="0"/>
              <a:t>유물</a:t>
            </a:r>
            <a:endParaRPr lang="en-US" altLang="ko-KR" b="1" dirty="0"/>
          </a:p>
          <a:p>
            <a:r>
              <a:rPr lang="ko-KR" altLang="en-US" dirty="0"/>
              <a:t>불안정</a:t>
            </a:r>
            <a:r>
              <a:rPr lang="en-US" altLang="ko-KR" dirty="0"/>
              <a:t> </a:t>
            </a:r>
            <a:r>
              <a:rPr lang="ko-KR" altLang="en-US" dirty="0"/>
              <a:t>룬 </a:t>
            </a:r>
            <a:r>
              <a:rPr lang="en-US" altLang="ko-KR" dirty="0"/>
              <a:t>– </a:t>
            </a:r>
            <a:r>
              <a:rPr lang="ko-KR" altLang="en-US" dirty="0"/>
              <a:t>불안정이 </a:t>
            </a:r>
            <a:r>
              <a:rPr lang="en-US" altLang="ko-KR" dirty="0"/>
              <a:t>1 </a:t>
            </a:r>
            <a:r>
              <a:rPr lang="ko-KR" altLang="en-US" dirty="0"/>
              <a:t>이하로 내려가지 않음</a:t>
            </a:r>
            <a:r>
              <a:rPr lang="en-US" altLang="ko-KR" dirty="0"/>
              <a:t>(</a:t>
            </a:r>
            <a:r>
              <a:rPr lang="ko-KR" altLang="en-US" dirty="0"/>
              <a:t>이미 불안정 룬을 가지고 있다면 다음 단계로 변경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불안정 룬</a:t>
            </a:r>
            <a:r>
              <a:rPr lang="en-US" altLang="ko-KR" dirty="0"/>
              <a:t>+ - </a:t>
            </a:r>
            <a:r>
              <a:rPr lang="ko-KR" altLang="en-US" dirty="0"/>
              <a:t>불안정이 </a:t>
            </a:r>
            <a:r>
              <a:rPr lang="en-US" altLang="ko-KR" dirty="0"/>
              <a:t>2 </a:t>
            </a:r>
            <a:r>
              <a:rPr lang="ko-KR" altLang="en-US" dirty="0"/>
              <a:t>이하로 내려가지 않음</a:t>
            </a:r>
            <a:endParaRPr lang="en-US" altLang="ko-KR" dirty="0"/>
          </a:p>
          <a:p>
            <a:r>
              <a:rPr lang="ko-KR" altLang="en-US" dirty="0"/>
              <a:t>불안정 룬</a:t>
            </a:r>
            <a:r>
              <a:rPr lang="en-US" altLang="ko-KR" dirty="0"/>
              <a:t>++ - </a:t>
            </a:r>
            <a:r>
              <a:rPr lang="ko-KR" altLang="en-US" dirty="0"/>
              <a:t>불안정이 </a:t>
            </a:r>
            <a:r>
              <a:rPr lang="en-US" altLang="ko-KR" dirty="0"/>
              <a:t>3 </a:t>
            </a:r>
            <a:r>
              <a:rPr lang="ko-KR" altLang="en-US" dirty="0"/>
              <a:t>이하로 내려가지 않음</a:t>
            </a:r>
            <a:r>
              <a:rPr lang="en-US" altLang="ko-KR" dirty="0"/>
              <a:t>… </a:t>
            </a:r>
            <a:r>
              <a:rPr lang="ko-KR" altLang="en-US" dirty="0"/>
              <a:t>등으로 총 타격 횟수 낮춰 난이도 올리기</a:t>
            </a:r>
            <a:endParaRPr lang="en-US" altLang="ko-KR" dirty="0"/>
          </a:p>
          <a:p>
            <a:r>
              <a:rPr lang="en-US" altLang="ko-KR" dirty="0"/>
              <a:t>‘</a:t>
            </a:r>
            <a:r>
              <a:rPr lang="ko-KR" altLang="en-US" dirty="0"/>
              <a:t>무너지는 발판</a:t>
            </a:r>
            <a:r>
              <a:rPr lang="en-US" altLang="ko-KR" dirty="0"/>
              <a:t>’ – [</a:t>
            </a:r>
            <a:r>
              <a:rPr lang="ko-KR" altLang="en-US" dirty="0"/>
              <a:t>불안정</a:t>
            </a:r>
            <a:r>
              <a:rPr lang="en-US" altLang="ko-KR" dirty="0"/>
              <a:t>]</a:t>
            </a:r>
            <a:r>
              <a:rPr lang="ko-KR" altLang="en-US" dirty="0"/>
              <a:t>이 초기화 되지 않음 </a:t>
            </a:r>
            <a:r>
              <a:rPr lang="en-US" altLang="ko-KR" dirty="0">
                <a:solidFill>
                  <a:srgbClr val="C00000"/>
                </a:solidFill>
              </a:rPr>
              <a:t>&lt;&lt;</a:t>
            </a:r>
            <a:r>
              <a:rPr lang="ko-KR" altLang="en-US" dirty="0">
                <a:solidFill>
                  <a:srgbClr val="C00000"/>
                </a:solidFill>
              </a:rPr>
              <a:t>특정 층 반드시 등장</a:t>
            </a:r>
            <a:endParaRPr lang="en-US" altLang="ko-KR" dirty="0">
              <a:solidFill>
                <a:srgbClr val="C00000"/>
              </a:solidFill>
            </a:endParaRPr>
          </a:p>
          <a:p>
            <a:endParaRPr lang="en-US" altLang="ko-KR" dirty="0"/>
          </a:p>
          <a:p>
            <a:r>
              <a:rPr lang="ko-KR" altLang="en-US" b="1" dirty="0"/>
              <a:t>카드</a:t>
            </a:r>
            <a:endParaRPr lang="en-US" altLang="ko-KR" b="1" dirty="0"/>
          </a:p>
          <a:p>
            <a:r>
              <a:rPr lang="en-US" altLang="ko-KR" dirty="0"/>
              <a:t> </a:t>
            </a:r>
            <a:r>
              <a:rPr lang="ko-KR" altLang="en-US" dirty="0"/>
              <a:t>불안정 회복</a:t>
            </a:r>
            <a:r>
              <a:rPr lang="en-US" altLang="ko-KR" dirty="0"/>
              <a:t>, </a:t>
            </a:r>
            <a:r>
              <a:rPr lang="ko-KR" altLang="en-US" dirty="0"/>
              <a:t>불안정 방지 카드</a:t>
            </a:r>
            <a:r>
              <a:rPr lang="en-US" altLang="ko-KR" dirty="0"/>
              <a:t>, </a:t>
            </a:r>
            <a:r>
              <a:rPr lang="ko-KR" altLang="en-US" dirty="0"/>
              <a:t>불안정을 증가하고 보너스를 받는</a:t>
            </a:r>
            <a:endParaRPr lang="en-US" altLang="ko-KR" dirty="0"/>
          </a:p>
          <a:p>
            <a:r>
              <a:rPr lang="en-US" altLang="ko-KR" dirty="0"/>
              <a:t> </a:t>
            </a:r>
            <a:r>
              <a:rPr lang="ko-KR" altLang="en-US" dirty="0"/>
              <a:t>등을 </a:t>
            </a:r>
            <a:r>
              <a:rPr lang="en-US" altLang="ko-KR" dirty="0"/>
              <a:t>[</a:t>
            </a:r>
            <a:r>
              <a:rPr lang="ko-KR" altLang="en-US" dirty="0"/>
              <a:t>불안정</a:t>
            </a:r>
            <a:r>
              <a:rPr lang="en-US" altLang="ko-KR" dirty="0"/>
              <a:t>]</a:t>
            </a:r>
            <a:r>
              <a:rPr lang="ko-KR" altLang="en-US" dirty="0"/>
              <a:t> 태그 달고 추가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1791738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200</TotalTime>
  <Words>736</Words>
  <Application>Microsoft Office PowerPoint</Application>
  <PresentationFormat>와이드스크린</PresentationFormat>
  <Paragraphs>118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HOME</dc:creator>
  <cp:lastModifiedBy>퓨 체</cp:lastModifiedBy>
  <cp:revision>7</cp:revision>
  <dcterms:created xsi:type="dcterms:W3CDTF">2026-01-12T19:58:29Z</dcterms:created>
  <dcterms:modified xsi:type="dcterms:W3CDTF">2026-04-16T07:05:21Z</dcterms:modified>
</cp:coreProperties>
</file>