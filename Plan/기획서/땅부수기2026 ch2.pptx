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3" r:id="rId7"/>
    <p:sldId id="262" r:id="rId8"/>
    <p:sldId id="264" r:id="rId9"/>
    <p:sldId id="265" r:id="rId10"/>
    <p:sldId id="260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2FC52C-51BC-8807-7CBD-38BE7EF6E7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A1B9274-94C6-6397-94FE-D48153D233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7A06DA-0EEB-92D8-6D10-10028AE5D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DB644D-8C91-D65F-3F68-BE623534C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C0FAB0-5423-50E7-7C7F-2D2A825D7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8511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73EB16-EC46-1930-BF50-0E344BF2C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0521C9-E0A2-7DB7-BDD6-6FA8BC140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A3C1F7-AC3E-2920-A88C-E400F0A66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D87632-26B8-8710-FDBB-1EE54BEC3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94BF45-CF83-9AAF-C989-DE6FCC696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7085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FD1636-AC19-CC97-23D1-4DA7D731F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917DA2-3AB4-F16C-817C-A70907BA87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A907027-5C37-07F3-1B43-019E15802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FB8DBF-5490-AACA-5A3D-49641A8F7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F8193D-2EE7-18D8-90BC-E45719FB9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737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F401DB-DEAA-22E7-3FBF-6F96D0BC3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AACD5A-5963-ADDF-9D46-B78C0A17C5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ED062D-4CF7-D447-944F-DB07EDE3C8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633EA4-3F63-0653-4215-2B34CBD59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33CE5CA-F7E5-C265-319C-3D707CADB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098371-0E47-999F-4166-35FADB44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1413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FDDBE0-56D4-6D7E-0F93-A8A508079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FAD03B-E156-BDF5-A78B-9C3277BB0B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59B20DE-3749-AC01-3207-2664BC68C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821E1BA-B1B1-962D-B74E-B97D8B89E5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64205A5-DDEC-560C-49C4-13A4E50411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4690FBC-AB7E-588C-2BB2-87DC80C1E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AAF472-D8CD-0F60-646C-4373B165A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B1136FB-2295-3978-D693-51B44B0DA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8703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31DBC9-453A-A11A-965D-35592C8D1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12E5160-ED96-F7FA-CDAF-EB7544C44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095B22C-8D3B-3591-DBFE-BA035C35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D3BF95-426E-504C-3F22-7D6E3B3E0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375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FC915CC-8AC9-C07B-89C9-51FACB76B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1C98CCC-BE3C-3CB9-29B1-7D5D63A1F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10CA7F-BBE4-8E37-2933-37FCFF192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5176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1F851B-A1D3-F4A3-9895-B2302E0B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47090F-3302-61B9-83A4-7ABC3A45B8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53F9F86-D5D3-69E4-5730-4DD19EC1C8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D746C13-572E-1681-FF05-04B696CC0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21170B-7035-FAA2-F634-59ABA1AB2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C11BD6-22B5-781E-09FA-BD423A336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835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5CF2BC-0D51-D4DE-3D9D-F9030BFA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6F426AC-158F-8D3B-7E35-6587F2BAEE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A9212A5-BF44-51E5-8961-20B0E1F8C4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1B8ABA-90A6-59DD-BC67-6F9F3D1CA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256D6-17FB-1F99-9584-59EA4E934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5A41C2D-E737-A777-5568-B39BFA0B0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87160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7F8F9D-697C-D810-18B7-B88F6317E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90ADAF7-8F9F-DD79-458C-B135AED151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F15EED-85CD-86B5-B4F2-0C6A86D5F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1A9CD7-FEE3-EFC1-AE5C-70E4AECBF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75A413-14B6-A2F1-F9D7-74B4529D8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06596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0FB538D-BB1D-9947-01AF-18E0D1A55C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D35231E-D3B5-87AA-1E8A-A7D206797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C82B3C-C0A0-F903-1237-702C11890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2A35CA6-5C05-6676-A34A-2A34144A1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71500-243D-4394-3D8C-549F0AAE7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5491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6A50DC-F643-3DAD-5236-362636E0D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F2258B4-2416-A725-464B-696E5E6A3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91CC02-A4AF-7335-03CF-697F848D12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FDF62A-CEF3-4A4B-9978-8C575DC3A030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75F3F6-BA18-B586-CC63-9039CF6365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91DFAE-8A24-BF72-9546-ED6BBACBDC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3471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Relationship Id="rId5" Type="http://schemas.openxmlformats.org/officeDocument/2006/relationships/slide" Target="slide4.xml"/><Relationship Id="rId4" Type="http://schemas.openxmlformats.org/officeDocument/2006/relationships/slide" Target="slide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98A12E9-F9D9-CFEE-2869-AF4705C5E089}"/>
              </a:ext>
            </a:extLst>
          </p:cNvPr>
          <p:cNvSpPr txBox="1"/>
          <p:nvPr/>
        </p:nvSpPr>
        <p:spPr>
          <a:xfrm>
            <a:off x="748145" y="591127"/>
            <a:ext cx="3712876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목차</a:t>
            </a:r>
            <a:endParaRPr lang="en-US" altLang="ko-KR" b="1" dirty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연출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인 게임 </a:t>
            </a:r>
            <a:r>
              <a:rPr lang="en-US" altLang="ko-KR" dirty="0"/>
              <a:t>– </a:t>
            </a:r>
            <a:r>
              <a:rPr lang="ko-KR" altLang="en-US" dirty="0">
                <a:hlinkClick r:id="rId2" action="ppaction://hlinksldjump"/>
              </a:rPr>
              <a:t>타일 타격 연출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인 게임 </a:t>
            </a:r>
            <a:r>
              <a:rPr lang="en-US" altLang="ko-KR" dirty="0"/>
              <a:t>– </a:t>
            </a:r>
            <a:r>
              <a:rPr lang="ko-KR" altLang="en-US" dirty="0">
                <a:hlinkClick r:id="rId3" action="ppaction://hlinksldjump"/>
              </a:rPr>
              <a:t>팝업 접기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</a:t>
            </a:r>
            <a:endParaRPr lang="en-US" altLang="ko-KR" dirty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추가 기능</a:t>
            </a:r>
            <a:endParaRPr lang="en-US" altLang="ko-KR" dirty="0"/>
          </a:p>
          <a:p>
            <a:pPr lvl="2"/>
            <a:r>
              <a:rPr lang="ko-KR" altLang="en-US" dirty="0">
                <a:hlinkClick r:id="rId4" action="ppaction://hlinksldjump"/>
              </a:rPr>
              <a:t>점수 </a:t>
            </a:r>
            <a:r>
              <a:rPr lang="ko-KR" altLang="en-US" dirty="0" err="1">
                <a:hlinkClick r:id="rId4" action="ppaction://hlinksldjump"/>
              </a:rPr>
              <a:t>정보표</a:t>
            </a:r>
            <a:r>
              <a:rPr lang="en-US" altLang="ko-KR" dirty="0">
                <a:hlinkClick r:id="rId4" action="ppaction://hlinksldjump"/>
              </a:rPr>
              <a:t>(</a:t>
            </a:r>
            <a:r>
              <a:rPr lang="ko-KR" altLang="en-US" dirty="0">
                <a:hlinkClick r:id="rId4" action="ppaction://hlinksldjump"/>
              </a:rPr>
              <a:t>태그</a:t>
            </a:r>
            <a:r>
              <a:rPr lang="en-US" altLang="ko-KR" dirty="0">
                <a:hlinkClick r:id="rId4" action="ppaction://hlinksldjump"/>
              </a:rPr>
              <a:t>)</a:t>
            </a:r>
            <a:endParaRPr lang="en-US" altLang="ko-KR" dirty="0"/>
          </a:p>
          <a:p>
            <a:pPr lvl="2"/>
            <a:r>
              <a:rPr lang="ko-KR" altLang="en-US" dirty="0">
                <a:hlinkClick r:id="rId5" action="ppaction://hlinksldjump"/>
              </a:rPr>
              <a:t>점수 </a:t>
            </a:r>
            <a:r>
              <a:rPr lang="ko-KR" altLang="en-US" dirty="0" err="1">
                <a:hlinkClick r:id="rId5" action="ppaction://hlinksldjump"/>
              </a:rPr>
              <a:t>정보표</a:t>
            </a:r>
            <a:r>
              <a:rPr lang="en-US" altLang="ko-KR" dirty="0">
                <a:hlinkClick r:id="rId5" action="ppaction://hlinksldjump"/>
              </a:rPr>
              <a:t>(</a:t>
            </a:r>
            <a:r>
              <a:rPr lang="ko-KR" altLang="en-US" dirty="0">
                <a:hlinkClick r:id="rId5" action="ppaction://hlinksldjump"/>
              </a:rPr>
              <a:t>타일</a:t>
            </a:r>
            <a:r>
              <a:rPr lang="en-US" altLang="ko-KR" dirty="0">
                <a:hlinkClick r:id="rId5" action="ppaction://hlinksldjump"/>
              </a:rPr>
              <a:t>)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유물 마우스오버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 마우스오버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의뢰 설명문</a:t>
            </a:r>
            <a:endParaRPr lang="en-US" altLang="ko-KR" dirty="0"/>
          </a:p>
          <a:p>
            <a:r>
              <a:rPr lang="en-US" altLang="ko-KR" dirty="0"/>
              <a:t>	</a:t>
            </a:r>
          </a:p>
          <a:p>
            <a:r>
              <a:rPr lang="en-US" altLang="ko-KR" dirty="0"/>
              <a:t>-</a:t>
            </a:r>
          </a:p>
          <a:p>
            <a:endParaRPr lang="en-US" altLang="ko-KR" dirty="0"/>
          </a:p>
          <a:p>
            <a:r>
              <a:rPr lang="en-US" altLang="ko-KR" dirty="0"/>
              <a:t>-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51980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CB03452-EB6E-CA88-84E1-FEF920C8E0F2}"/>
              </a:ext>
            </a:extLst>
          </p:cNvPr>
          <p:cNvSpPr txBox="1"/>
          <p:nvPr/>
        </p:nvSpPr>
        <p:spPr>
          <a:xfrm>
            <a:off x="463452" y="563419"/>
            <a:ext cx="1733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타일 타격 연출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512066-2C29-3FDA-34FC-37EFB1A99550}"/>
              </a:ext>
            </a:extLst>
          </p:cNvPr>
          <p:cNvSpPr txBox="1"/>
          <p:nvPr/>
        </p:nvSpPr>
        <p:spPr>
          <a:xfrm>
            <a:off x="475286" y="3429000"/>
            <a:ext cx="7792903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타일에 타격을 가하는 카드 사용시</a:t>
            </a:r>
            <a:endParaRPr lang="en-US" altLang="ko-KR" dirty="0"/>
          </a:p>
          <a:p>
            <a:r>
              <a:rPr lang="ko-KR" altLang="en-US" dirty="0"/>
              <a:t>기존 위치에서 좌로 </a:t>
            </a:r>
            <a:r>
              <a:rPr lang="en-US" altLang="ko-KR" dirty="0"/>
              <a:t>1px </a:t>
            </a:r>
            <a:r>
              <a:rPr lang="ko-KR" altLang="en-US" dirty="0"/>
              <a:t>우로 </a:t>
            </a:r>
            <a:r>
              <a:rPr lang="en-US" altLang="ko-KR" dirty="0"/>
              <a:t>1px</a:t>
            </a:r>
            <a:r>
              <a:rPr lang="ko-KR" altLang="en-US" dirty="0"/>
              <a:t>씩 흔들리는 연출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타일 파괴 시</a:t>
            </a:r>
            <a:r>
              <a:rPr lang="en-US" altLang="ko-KR" dirty="0"/>
              <a:t>,</a:t>
            </a:r>
            <a:r>
              <a:rPr lang="ko-KR" altLang="en-US" dirty="0"/>
              <a:t> 파편이 나와 아래로 떨어지는 </a:t>
            </a:r>
            <a:r>
              <a:rPr lang="ko-KR" altLang="en-US" dirty="0" err="1"/>
              <a:t>파티클</a:t>
            </a:r>
            <a:endParaRPr lang="en-US" altLang="ko-KR" dirty="0"/>
          </a:p>
          <a:p>
            <a:r>
              <a:rPr lang="en-US" altLang="ko-KR" dirty="0">
                <a:solidFill>
                  <a:srgbClr val="FF0000"/>
                </a:solidFill>
              </a:rPr>
              <a:t>(</a:t>
            </a:r>
            <a:r>
              <a:rPr lang="ko-KR" altLang="en-US" dirty="0">
                <a:solidFill>
                  <a:srgbClr val="FF0000"/>
                </a:solidFill>
              </a:rPr>
              <a:t>예시 </a:t>
            </a:r>
            <a:r>
              <a:rPr lang="ko-KR" altLang="en-US" dirty="0" err="1">
                <a:solidFill>
                  <a:srgbClr val="FF0000"/>
                </a:solidFill>
              </a:rPr>
              <a:t>파티클은</a:t>
            </a:r>
            <a:r>
              <a:rPr lang="ko-KR" altLang="en-US" dirty="0">
                <a:solidFill>
                  <a:srgbClr val="FF0000"/>
                </a:solidFill>
              </a:rPr>
              <a:t> 포토샵 노가다로 표현했기 때문에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en-US" dirty="0">
                <a:solidFill>
                  <a:srgbClr val="FF0000"/>
                </a:solidFill>
              </a:rPr>
              <a:t>실제 연출과 모양이나 개수가 크게 변할 수 있음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</a:p>
          <a:p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en-US" dirty="0"/>
              <a:t>타일 파괴 실패 혹은 파괴는 안 하고 태그만 부여 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타격한 타일만 기존 위치에서 위로 </a:t>
            </a:r>
            <a:r>
              <a:rPr lang="en-US" altLang="ko-KR" dirty="0"/>
              <a:t>1px, </a:t>
            </a:r>
            <a:r>
              <a:rPr lang="ko-KR" altLang="en-US" dirty="0"/>
              <a:t>아래로 </a:t>
            </a:r>
            <a:r>
              <a:rPr lang="en-US" altLang="ko-KR" dirty="0"/>
              <a:t>1px </a:t>
            </a:r>
            <a:r>
              <a:rPr lang="ko-KR" altLang="en-US" dirty="0"/>
              <a:t>추가로 흔들리는 연출</a:t>
            </a:r>
            <a:endParaRPr lang="en-US" altLang="ko-KR" dirty="0"/>
          </a:p>
          <a:p>
            <a:r>
              <a:rPr lang="ko-KR" altLang="en-US" dirty="0"/>
              <a:t>작은 먼지만 아래로 떨어지는 </a:t>
            </a:r>
            <a:r>
              <a:rPr lang="ko-KR" altLang="en-US" dirty="0" err="1"/>
              <a:t>파티클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8D5229C-BA23-1A2C-B44A-1400A0C4DF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286" y="1130118"/>
            <a:ext cx="2101515" cy="21015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9068B35-E3A0-BA86-9285-ABAEEE169C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4926" y="1130118"/>
            <a:ext cx="2101515" cy="2101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530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54EE9-DC50-5B50-C450-D2324EEA3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692F68F-9FE0-562C-CAF0-FFB64FAD0421}"/>
              </a:ext>
            </a:extLst>
          </p:cNvPr>
          <p:cNvSpPr txBox="1"/>
          <p:nvPr/>
        </p:nvSpPr>
        <p:spPr>
          <a:xfrm>
            <a:off x="463452" y="56341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점수 </a:t>
            </a:r>
            <a:r>
              <a:rPr lang="ko-KR" altLang="en-US" b="1" dirty="0" err="1"/>
              <a:t>정보표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23CB87-8681-8029-4212-FA9BDC062269}"/>
              </a:ext>
            </a:extLst>
          </p:cNvPr>
          <p:cNvSpPr txBox="1"/>
          <p:nvPr/>
        </p:nvSpPr>
        <p:spPr>
          <a:xfrm>
            <a:off x="3182926" y="1512620"/>
            <a:ext cx="23462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Stage</a:t>
            </a:r>
            <a:r>
              <a:rPr lang="ko-KR" altLang="en-US" dirty="0"/>
              <a:t>의 </a:t>
            </a:r>
            <a:r>
              <a:rPr lang="en-US" altLang="ko-KR" dirty="0"/>
              <a:t>Target score</a:t>
            </a:r>
          </a:p>
          <a:p>
            <a:r>
              <a:rPr lang="ko-KR" altLang="en-US" dirty="0"/>
              <a:t>하단</a:t>
            </a:r>
            <a:r>
              <a:rPr lang="en-US" altLang="ko-KR" dirty="0"/>
              <a:t> </a:t>
            </a:r>
            <a:r>
              <a:rPr lang="ko-KR" altLang="en-US" dirty="0"/>
              <a:t>버튼으로 표기</a:t>
            </a:r>
            <a:endParaRPr lang="en-US" altLang="ko-KR" dirty="0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33814FD4-4B1B-76A2-5B79-DD2617D6151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801AA1E-A113-A877-F076-ABEC806F4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07" y="1058358"/>
            <a:ext cx="2695384" cy="2421277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CF59888-7E9F-0B0B-701B-3AA65FF0A4F6}"/>
              </a:ext>
            </a:extLst>
          </p:cNvPr>
          <p:cNvSpPr/>
          <p:nvPr/>
        </p:nvSpPr>
        <p:spPr>
          <a:xfrm>
            <a:off x="2493818" y="2669309"/>
            <a:ext cx="406400" cy="45258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D4D79B1-48C4-1E52-8C12-BC63B15E7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507" y="3605242"/>
            <a:ext cx="2886478" cy="233395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A55448D-2074-0D24-33FF-C08D54AE1161}"/>
              </a:ext>
            </a:extLst>
          </p:cNvPr>
          <p:cNvSpPr txBox="1"/>
          <p:nvPr/>
        </p:nvSpPr>
        <p:spPr>
          <a:xfrm>
            <a:off x="5657418" y="3592548"/>
            <a:ext cx="6375463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태그 점수</a:t>
            </a:r>
            <a:r>
              <a:rPr lang="en-US" altLang="ko-KR" b="1" dirty="0"/>
              <a:t>(</a:t>
            </a:r>
            <a:r>
              <a:rPr lang="ko-KR" altLang="en-US" b="1" dirty="0"/>
              <a:t>좌</a:t>
            </a:r>
            <a:r>
              <a:rPr lang="en-US" altLang="ko-KR" b="1" dirty="0"/>
              <a:t>)</a:t>
            </a:r>
            <a:r>
              <a:rPr lang="ko-KR" altLang="en-US" b="1" dirty="0"/>
              <a:t> </a:t>
            </a:r>
            <a:r>
              <a:rPr lang="en-US" altLang="ko-KR" b="1" dirty="0"/>
              <a:t>- </a:t>
            </a:r>
            <a:r>
              <a:rPr lang="ko-KR" altLang="en-US" dirty="0"/>
              <a:t>타일 파괴 시 카드로 받을 수 있는 점수</a:t>
            </a:r>
            <a:endParaRPr lang="en-US" altLang="ko-KR" dirty="0"/>
          </a:p>
          <a:p>
            <a:r>
              <a:rPr lang="ko-KR" altLang="en-US" dirty="0"/>
              <a:t>기본 점수 </a:t>
            </a:r>
            <a:r>
              <a:rPr lang="en-US" altLang="ko-KR" dirty="0"/>
              <a:t>x </a:t>
            </a:r>
            <a:r>
              <a:rPr lang="ko-KR" altLang="en-US" dirty="0"/>
              <a:t>기본 배율을 표기</a:t>
            </a:r>
            <a:endParaRPr lang="en-US" altLang="ko-KR" dirty="0"/>
          </a:p>
          <a:p>
            <a:endParaRPr lang="en-US" altLang="ko-KR" sz="1400" dirty="0"/>
          </a:p>
          <a:p>
            <a:r>
              <a:rPr lang="ko-KR" altLang="en-US" sz="1400" dirty="0"/>
              <a:t>예시</a:t>
            </a:r>
            <a:r>
              <a:rPr lang="en-US" altLang="ko-KR" sz="1400" dirty="0"/>
              <a:t>) </a:t>
            </a:r>
            <a:r>
              <a:rPr lang="ko-KR" altLang="en-US" sz="1400" dirty="0"/>
              <a:t>도구</a:t>
            </a:r>
            <a:r>
              <a:rPr lang="en-US" altLang="ko-KR" sz="1400" dirty="0"/>
              <a:t>/</a:t>
            </a:r>
            <a:r>
              <a:rPr lang="ko-KR" altLang="en-US" sz="1400" dirty="0"/>
              <a:t>황금 태그 카드로 타일 </a:t>
            </a:r>
            <a:r>
              <a:rPr lang="ko-KR" altLang="en-US" sz="1400" dirty="0" err="1"/>
              <a:t>파괴시</a:t>
            </a:r>
            <a:r>
              <a:rPr lang="ko-KR" altLang="en-US" sz="1400" dirty="0"/>
              <a:t> →</a:t>
            </a:r>
            <a:br>
              <a:rPr lang="en-US" altLang="ko-KR" sz="1400" dirty="0"/>
            </a:br>
            <a:r>
              <a:rPr lang="en-US" altLang="ko-KR" sz="1400" dirty="0"/>
              <a:t> (</a:t>
            </a:r>
            <a:r>
              <a:rPr lang="ko-KR" altLang="en-US" sz="1400" dirty="0"/>
              <a:t>파괴 점수</a:t>
            </a:r>
            <a:r>
              <a:rPr lang="en-US" altLang="ko-KR" sz="1400" dirty="0"/>
              <a:t>x</a:t>
            </a:r>
            <a:r>
              <a:rPr lang="ko-KR" altLang="en-US" sz="1400" dirty="0"/>
              <a:t>파괴 배율</a:t>
            </a:r>
            <a:r>
              <a:rPr lang="en-US" altLang="ko-KR" sz="1400" dirty="0"/>
              <a:t>) + (</a:t>
            </a:r>
            <a:r>
              <a:rPr lang="ko-KR" altLang="en-US" sz="1400" dirty="0"/>
              <a:t>도구 점수</a:t>
            </a:r>
            <a:r>
              <a:rPr lang="en-US" altLang="ko-KR" sz="1400" dirty="0"/>
              <a:t>x</a:t>
            </a:r>
            <a:r>
              <a:rPr lang="ko-KR" altLang="en-US" sz="1400" dirty="0"/>
              <a:t>도구 배율</a:t>
            </a:r>
            <a:r>
              <a:rPr lang="en-US" altLang="ko-KR" sz="1400" dirty="0"/>
              <a:t>) +</a:t>
            </a:r>
            <a:br>
              <a:rPr lang="en-US" altLang="ko-KR" sz="1400" dirty="0"/>
            </a:br>
            <a:r>
              <a:rPr lang="en-US" altLang="ko-KR" sz="1400" dirty="0"/>
              <a:t> (</a:t>
            </a:r>
            <a:r>
              <a:rPr lang="ko-KR" altLang="en-US" sz="1400" dirty="0"/>
              <a:t>황금 점수</a:t>
            </a:r>
            <a:r>
              <a:rPr lang="en-US" altLang="ko-KR" sz="1400" dirty="0"/>
              <a:t>x</a:t>
            </a:r>
            <a:r>
              <a:rPr lang="ko-KR" altLang="en-US" sz="1400" dirty="0"/>
              <a:t>황금 배율</a:t>
            </a:r>
            <a:r>
              <a:rPr lang="en-US" altLang="ko-KR" sz="1400" dirty="0"/>
              <a:t>) </a:t>
            </a:r>
            <a:r>
              <a:rPr lang="ko-KR" altLang="en-US" sz="1400" dirty="0"/>
              <a:t>에 해당하는 점수 획득</a:t>
            </a:r>
            <a:endParaRPr lang="en-US" altLang="ko-KR" sz="1400" dirty="0"/>
          </a:p>
          <a:p>
            <a:endParaRPr lang="en-US" altLang="ko-KR" b="1" dirty="0"/>
          </a:p>
          <a:p>
            <a:r>
              <a:rPr lang="ko-KR" altLang="en-US" b="1" dirty="0"/>
              <a:t>타일 점수</a:t>
            </a:r>
            <a:r>
              <a:rPr lang="en-US" altLang="ko-KR" b="1" dirty="0"/>
              <a:t>(</a:t>
            </a:r>
            <a:r>
              <a:rPr lang="ko-KR" altLang="en-US" b="1" dirty="0"/>
              <a:t>우</a:t>
            </a:r>
            <a:r>
              <a:rPr lang="en-US" altLang="ko-KR" b="1" dirty="0"/>
              <a:t>)</a:t>
            </a:r>
            <a:r>
              <a:rPr lang="ko-KR" altLang="en-US" b="1" dirty="0"/>
              <a:t> </a:t>
            </a:r>
            <a:r>
              <a:rPr lang="en-US" altLang="ko-KR" b="1" dirty="0"/>
              <a:t>– </a:t>
            </a:r>
            <a:r>
              <a:rPr lang="ko-KR" altLang="en-US" dirty="0"/>
              <a:t>타일의 특수 효과</a:t>
            </a:r>
            <a:r>
              <a:rPr lang="en-US" altLang="ko-KR" dirty="0"/>
              <a:t>/</a:t>
            </a:r>
            <a:r>
              <a:rPr lang="ko-KR" altLang="en-US" dirty="0"/>
              <a:t>파괴로 받을 수 있는 점수</a:t>
            </a:r>
            <a:endParaRPr lang="en-US" altLang="ko-KR" dirty="0"/>
          </a:p>
          <a:p>
            <a:r>
              <a:rPr lang="en-US" altLang="ko-KR" dirty="0"/>
              <a:t> (</a:t>
            </a:r>
            <a:r>
              <a:rPr lang="ko-KR" altLang="en-US" dirty="0"/>
              <a:t>감전은 효과 점수와 파괴 점수가 다를 수 있음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sz="1400" dirty="0"/>
              <a:t> </a:t>
            </a:r>
            <a:r>
              <a:rPr lang="ko-KR" altLang="en-US" sz="1400" dirty="0"/>
              <a:t>파괴 점수 </a:t>
            </a:r>
            <a:r>
              <a:rPr lang="en-US" altLang="ko-KR" sz="1400" dirty="0"/>
              <a:t>– </a:t>
            </a:r>
            <a:r>
              <a:rPr lang="ko-KR" altLang="en-US" sz="1400" dirty="0"/>
              <a:t>태그가 없으면 파괴</a:t>
            </a:r>
            <a:r>
              <a:rPr lang="en-US" altLang="ko-KR" sz="1400" dirty="0"/>
              <a:t>(</a:t>
            </a:r>
            <a:r>
              <a:rPr lang="ko-KR" altLang="en-US" sz="1400" dirty="0"/>
              <a:t>기본</a:t>
            </a:r>
            <a:r>
              <a:rPr lang="en-US" altLang="ko-KR" sz="1400" dirty="0"/>
              <a:t>) </a:t>
            </a:r>
            <a:r>
              <a:rPr lang="ko-KR" altLang="en-US" sz="1400" dirty="0"/>
              <a:t>점수</a:t>
            </a:r>
            <a:br>
              <a:rPr lang="en-US" altLang="ko-KR" sz="1400" dirty="0"/>
            </a:br>
            <a:r>
              <a:rPr lang="en-US" altLang="ko-KR" sz="1400" dirty="0"/>
              <a:t> </a:t>
            </a:r>
            <a:r>
              <a:rPr lang="ko-KR" altLang="en-US" sz="1400" dirty="0"/>
              <a:t>태그가 있으면 해당 태그 파괴 점수를 모두 별개로 이행</a:t>
            </a:r>
            <a:endParaRPr lang="en-US" altLang="ko-KR" sz="1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A9DCB5-5326-FDB7-5244-C99E8F9140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209" y="109181"/>
            <a:ext cx="3073442" cy="341632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C2F7C35-5C14-0EDC-CE50-AA667DBDC7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8344" y="109181"/>
            <a:ext cx="3294537" cy="3416320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B4AC5D4E-B62E-0DAB-A6A9-B560FDA55849}"/>
              </a:ext>
            </a:extLst>
          </p:cNvPr>
          <p:cNvCxnSpPr>
            <a:stCxn id="10" idx="3"/>
          </p:cNvCxnSpPr>
          <p:nvPr/>
        </p:nvCxnSpPr>
        <p:spPr>
          <a:xfrm flipV="1">
            <a:off x="2900218" y="2096655"/>
            <a:ext cx="2493818" cy="79894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51361A5-4BFB-D96C-11B9-79D004590071}"/>
              </a:ext>
            </a:extLst>
          </p:cNvPr>
          <p:cNvSpPr txBox="1"/>
          <p:nvPr/>
        </p:nvSpPr>
        <p:spPr>
          <a:xfrm>
            <a:off x="426507" y="5962298"/>
            <a:ext cx="2887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발라트로의</a:t>
            </a:r>
            <a:r>
              <a:rPr lang="ko-KR" altLang="en-US" dirty="0"/>
              <a:t> </a:t>
            </a:r>
            <a:r>
              <a:rPr lang="ko-KR" altLang="en-US" dirty="0" err="1"/>
              <a:t>족보같은</a:t>
            </a:r>
            <a:r>
              <a:rPr lang="ko-KR" altLang="en-US" dirty="0"/>
              <a:t> 기능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998517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13129-29EB-C92D-5F42-91537BCE2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5A04099-986D-C159-3F11-C013A961423D}"/>
              </a:ext>
            </a:extLst>
          </p:cNvPr>
          <p:cNvSpPr txBox="1"/>
          <p:nvPr/>
        </p:nvSpPr>
        <p:spPr>
          <a:xfrm>
            <a:off x="463452" y="56341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점수 </a:t>
            </a:r>
            <a:r>
              <a:rPr lang="ko-KR" altLang="en-US" b="1" dirty="0" err="1"/>
              <a:t>정보표</a:t>
            </a:r>
            <a:endParaRPr lang="ko-KR" altLang="en-US" b="1" dirty="0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9C689AD-5773-DE0C-0136-ABEE541E3E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48E95E-1DDE-B2AA-677E-4DBE2731CA03}"/>
              </a:ext>
            </a:extLst>
          </p:cNvPr>
          <p:cNvSpPr txBox="1"/>
          <p:nvPr/>
        </p:nvSpPr>
        <p:spPr>
          <a:xfrm>
            <a:off x="5648037" y="563419"/>
            <a:ext cx="6080511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타일 점수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파괴 점수 </a:t>
            </a:r>
            <a:r>
              <a:rPr lang="en-US" altLang="ko-KR" dirty="0"/>
              <a:t>– </a:t>
            </a:r>
            <a:r>
              <a:rPr lang="ko-KR" altLang="en-US" dirty="0"/>
              <a:t>태그가 없으면 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 </a:t>
            </a:r>
            <a:r>
              <a:rPr lang="ko-KR" altLang="en-US" dirty="0"/>
              <a:t>점수를 계산</a:t>
            </a:r>
            <a:endParaRPr lang="en-US" altLang="ko-KR" dirty="0"/>
          </a:p>
          <a:p>
            <a:r>
              <a:rPr lang="ko-KR" altLang="en-US" dirty="0"/>
              <a:t> 태그가 있으면 해당 태그 파괴 점수를 모두 별개로 이행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균열 </a:t>
            </a:r>
            <a:r>
              <a:rPr lang="en-US" altLang="ko-KR" dirty="0"/>
              <a:t>- </a:t>
            </a:r>
            <a:r>
              <a:rPr lang="ko-KR" altLang="en-US" dirty="0"/>
              <a:t>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</a:t>
            </a:r>
            <a:r>
              <a:rPr lang="ko-KR" altLang="en-US" dirty="0"/>
              <a:t>의 점수와 연동</a:t>
            </a:r>
            <a:r>
              <a:rPr lang="en-US" altLang="ko-KR" dirty="0"/>
              <a:t>, </a:t>
            </a:r>
            <a:r>
              <a:rPr lang="ko-KR" altLang="en-US" dirty="0"/>
              <a:t>후 균열 전용 유물 적용</a:t>
            </a:r>
            <a:endParaRPr lang="en-US" altLang="ko-KR" dirty="0"/>
          </a:p>
          <a:p>
            <a:r>
              <a:rPr lang="ko-KR" altLang="en-US" dirty="0"/>
              <a:t>잔상 </a:t>
            </a:r>
            <a:r>
              <a:rPr lang="en-US" altLang="ko-KR" dirty="0"/>
              <a:t>- </a:t>
            </a:r>
            <a:r>
              <a:rPr lang="ko-KR" altLang="en-US" dirty="0"/>
              <a:t>기본 </a:t>
            </a:r>
            <a:r>
              <a:rPr lang="en-US" altLang="ko-KR" dirty="0"/>
              <a:t>0x0</a:t>
            </a:r>
            <a:r>
              <a:rPr lang="ko-KR" altLang="en-US" dirty="0"/>
              <a:t>점</a:t>
            </a:r>
            <a:endParaRPr lang="en-US" altLang="ko-KR" dirty="0"/>
          </a:p>
          <a:p>
            <a:r>
              <a:rPr lang="ko-KR" altLang="en-US" dirty="0"/>
              <a:t>연소 파괴 </a:t>
            </a:r>
            <a:r>
              <a:rPr lang="en-US" altLang="ko-KR" dirty="0"/>
              <a:t>- </a:t>
            </a:r>
            <a:r>
              <a:rPr lang="ko-KR" altLang="en-US" dirty="0"/>
              <a:t>기본 </a:t>
            </a:r>
            <a:r>
              <a:rPr lang="en-US" altLang="ko-KR" dirty="0"/>
              <a:t>0x1</a:t>
            </a:r>
            <a:r>
              <a:rPr lang="ko-KR" altLang="en-US" dirty="0"/>
              <a:t>점</a:t>
            </a:r>
            <a:endParaRPr lang="en-US" altLang="ko-KR" dirty="0"/>
          </a:p>
          <a:p>
            <a:r>
              <a:rPr lang="ko-KR" altLang="en-US" dirty="0"/>
              <a:t>감전 효과 </a:t>
            </a:r>
            <a:r>
              <a:rPr lang="en-US" altLang="ko-KR" dirty="0"/>
              <a:t>- (</a:t>
            </a:r>
            <a:r>
              <a:rPr lang="ko-KR" altLang="en-US" dirty="0"/>
              <a:t>파괴 점수</a:t>
            </a:r>
            <a:r>
              <a:rPr lang="en-US" altLang="ko-KR" dirty="0"/>
              <a:t>x</a:t>
            </a:r>
            <a:r>
              <a:rPr lang="ko-KR" altLang="en-US" dirty="0"/>
              <a:t>파괴 배율</a:t>
            </a:r>
            <a:r>
              <a:rPr lang="en-US" altLang="ko-KR" dirty="0"/>
              <a:t>x0.1)</a:t>
            </a:r>
            <a:r>
              <a:rPr lang="ko-KR" altLang="en-US" dirty="0"/>
              <a:t>과 연동</a:t>
            </a:r>
            <a:r>
              <a:rPr lang="en-US" altLang="ko-KR" dirty="0"/>
              <a:t>, </a:t>
            </a:r>
            <a:r>
              <a:rPr lang="ko-KR" altLang="en-US" dirty="0"/>
              <a:t>후 감전 유물 적용</a:t>
            </a:r>
            <a:endParaRPr lang="en-US" altLang="ko-KR" dirty="0"/>
          </a:p>
          <a:p>
            <a:r>
              <a:rPr lang="ko-KR" altLang="en-US" dirty="0"/>
              <a:t>감전 파괴 </a:t>
            </a:r>
            <a:r>
              <a:rPr lang="en-US" altLang="ko-KR" dirty="0"/>
              <a:t>- (</a:t>
            </a:r>
            <a:r>
              <a:rPr lang="ko-KR" altLang="en-US" dirty="0"/>
              <a:t>파괴 점수</a:t>
            </a:r>
            <a:r>
              <a:rPr lang="en-US" altLang="ko-KR" dirty="0"/>
              <a:t>x</a:t>
            </a:r>
            <a:r>
              <a:rPr lang="ko-KR" altLang="en-US" dirty="0"/>
              <a:t>파괴배율</a:t>
            </a:r>
            <a:r>
              <a:rPr lang="en-US" altLang="ko-KR" dirty="0"/>
              <a:t>)</a:t>
            </a:r>
            <a:r>
              <a:rPr lang="ko-KR" altLang="en-US" dirty="0"/>
              <a:t>과 연동 </a:t>
            </a:r>
            <a:r>
              <a:rPr lang="en-US" altLang="ko-KR" dirty="0"/>
              <a:t>x -1</a:t>
            </a:r>
            <a:br>
              <a:rPr lang="en-US" altLang="ko-KR" dirty="0"/>
            </a:br>
            <a:r>
              <a:rPr lang="ko-KR" altLang="en-US" dirty="0"/>
              <a:t>빙결 파괴 </a:t>
            </a:r>
            <a:r>
              <a:rPr lang="en-US" altLang="ko-KR" dirty="0"/>
              <a:t>- </a:t>
            </a:r>
            <a:r>
              <a:rPr lang="ko-KR" altLang="en-US" dirty="0"/>
              <a:t>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</a:t>
            </a:r>
            <a:r>
              <a:rPr lang="ko-KR" altLang="en-US" dirty="0"/>
              <a:t>의 점수와 연동</a:t>
            </a:r>
            <a:r>
              <a:rPr lang="en-US" altLang="ko-KR" dirty="0"/>
              <a:t>, </a:t>
            </a:r>
            <a:r>
              <a:rPr lang="ko-KR" altLang="en-US" dirty="0"/>
              <a:t>후 빙결 유물 적용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별 </a:t>
            </a:r>
            <a:r>
              <a:rPr lang="en-US" altLang="ko-KR" b="1" dirty="0"/>
              <a:t>(</a:t>
            </a:r>
            <a:r>
              <a:rPr lang="ko-KR" altLang="en-US" b="1" dirty="0"/>
              <a:t>즐겨찾기</a:t>
            </a:r>
            <a:r>
              <a:rPr lang="en-US" altLang="ko-KR" b="1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유저가 즐겨찾기 한 게 맨 위로 올라옴</a:t>
            </a:r>
            <a:r>
              <a:rPr lang="en-US" altLang="ko-KR" dirty="0"/>
              <a:t>(</a:t>
            </a:r>
            <a:r>
              <a:rPr lang="ko-KR" altLang="en-US" dirty="0"/>
              <a:t>유저가 별 </a:t>
            </a:r>
            <a:r>
              <a:rPr lang="ko-KR" altLang="en-US" dirty="0" err="1"/>
              <a:t>누른거</a:t>
            </a:r>
            <a:r>
              <a:rPr lang="ko-KR" altLang="en-US" dirty="0"/>
              <a:t> 순서대로 맨 위로 올라감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캐릭터별 권장 태그가 기본적으로 즐겨찾기 되어있을까</a:t>
            </a:r>
            <a:r>
              <a:rPr lang="en-US" altLang="ko-KR" dirty="0"/>
              <a:t>?</a:t>
            </a:r>
            <a:r>
              <a:rPr lang="ko-KR" altLang="en-US" dirty="0"/>
              <a:t>하는 얘기가 있었음</a:t>
            </a:r>
            <a:r>
              <a:rPr lang="en-US" altLang="ko-KR" dirty="0"/>
              <a:t>(</a:t>
            </a:r>
            <a:r>
              <a:rPr lang="ko-KR" altLang="en-US" dirty="0"/>
              <a:t>중요하진 않음</a:t>
            </a:r>
            <a:r>
              <a:rPr lang="en-US" altLang="ko-KR" dirty="0"/>
              <a:t>. </a:t>
            </a:r>
            <a:r>
              <a:rPr lang="ko-KR" altLang="en-US" dirty="0"/>
              <a:t>있음 좋음</a:t>
            </a:r>
            <a:r>
              <a:rPr lang="en-US" altLang="ko-KR" dirty="0"/>
              <a:t>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D32CCBD-85F3-ED11-9AAF-4C36D7E3B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52" y="1208308"/>
            <a:ext cx="4704551" cy="4878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257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00A2B-26D4-AD7F-C557-396614EF4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ECB721-BB18-379E-C1BA-4DD47293883B}"/>
              </a:ext>
            </a:extLst>
          </p:cNvPr>
          <p:cNvSpPr txBox="1"/>
          <p:nvPr/>
        </p:nvSpPr>
        <p:spPr>
          <a:xfrm>
            <a:off x="463452" y="563419"/>
            <a:ext cx="2076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보상 </a:t>
            </a:r>
            <a:r>
              <a:rPr lang="ko-KR" altLang="en-US" b="1" dirty="0" err="1"/>
              <a:t>획득창</a:t>
            </a:r>
            <a:endParaRPr lang="ko-KR" altLang="en-US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5566841-0C93-82B5-9098-17106208D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52" y="1025236"/>
            <a:ext cx="5378131" cy="30133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B2FF99-9681-09CD-E15E-29997E140955}"/>
              </a:ext>
            </a:extLst>
          </p:cNvPr>
          <p:cNvSpPr txBox="1"/>
          <p:nvPr/>
        </p:nvSpPr>
        <p:spPr>
          <a:xfrm>
            <a:off x="6096000" y="498764"/>
            <a:ext cx="5632548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FF0000"/>
                </a:solidFill>
              </a:rPr>
              <a:t>게</a:t>
            </a:r>
            <a:r>
              <a:rPr lang="ko-KR" altLang="en-US" b="1" dirty="0"/>
              <a:t>임 도중에 등장하게 되면서 변경된 점</a:t>
            </a:r>
            <a:endParaRPr lang="en-US" altLang="ko-KR" b="1" dirty="0"/>
          </a:p>
          <a:p>
            <a:r>
              <a:rPr lang="ko-KR" altLang="en-US" dirty="0"/>
              <a:t> 상단에 </a:t>
            </a:r>
            <a:r>
              <a:rPr lang="en-US" altLang="ko-KR" dirty="0"/>
              <a:t>“</a:t>
            </a:r>
            <a:r>
              <a:rPr lang="ko-KR" altLang="en-US" dirty="0"/>
              <a:t>▽</a:t>
            </a:r>
            <a:r>
              <a:rPr lang="en-US" altLang="ko-KR" dirty="0"/>
              <a:t>(</a:t>
            </a:r>
            <a:r>
              <a:rPr lang="ko-KR" altLang="en-US" dirty="0"/>
              <a:t>접기 버튼</a:t>
            </a:r>
            <a:r>
              <a:rPr lang="en-US" altLang="ko-KR" dirty="0"/>
              <a:t>)”</a:t>
            </a:r>
            <a:r>
              <a:rPr lang="ko-KR" altLang="en-US" dirty="0"/>
              <a:t>이 추가되어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누르면 보상 선택 </a:t>
            </a:r>
            <a:r>
              <a:rPr lang="en-US" altLang="ko-KR" dirty="0"/>
              <a:t>UI</a:t>
            </a:r>
            <a:r>
              <a:rPr lang="ko-KR" altLang="en-US" dirty="0"/>
              <a:t>가 전체적으로 아래로 내려가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게임 진행 화면을 살펴볼 수 있게 됨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짝을 이루는 △버튼이 있어 다시 펼칠 수 있음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손패 정도만 살펴볼 수 있고 게임 진행은 불가능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이건 보물같이 게임 도중 등장하는 상황에서만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b="1" dirty="0">
                <a:solidFill>
                  <a:schemeClr val="accent2"/>
                </a:solidFill>
              </a:rPr>
              <a:t>보</a:t>
            </a:r>
            <a:r>
              <a:rPr lang="ko-KR" altLang="en-US" b="1" dirty="0"/>
              <a:t>상 개수를 여럿 선택 가능하게 되면서</a:t>
            </a:r>
            <a:r>
              <a:rPr lang="en-US" altLang="ko-KR" b="1" dirty="0"/>
              <a:t> </a:t>
            </a:r>
            <a:r>
              <a:rPr lang="ko-KR" altLang="en-US" b="1" dirty="0"/>
              <a:t>변경된 점</a:t>
            </a:r>
            <a:endParaRPr lang="en-US" altLang="ko-KR" b="1" dirty="0"/>
          </a:p>
          <a:p>
            <a:endParaRPr lang="en-US" altLang="ko-KR" dirty="0"/>
          </a:p>
          <a:p>
            <a:r>
              <a:rPr lang="en-US" altLang="ko-KR" dirty="0"/>
              <a:t>Select all</a:t>
            </a:r>
            <a:r>
              <a:rPr lang="ko-KR" altLang="en-US" dirty="0"/>
              <a:t>버튼</a:t>
            </a:r>
            <a:r>
              <a:rPr lang="en-US" altLang="ko-KR" dirty="0"/>
              <a:t> </a:t>
            </a:r>
            <a:r>
              <a:rPr lang="ko-KR" altLang="en-US" dirty="0"/>
              <a:t>추가</a:t>
            </a:r>
            <a:endParaRPr lang="en-US" altLang="ko-KR" dirty="0"/>
          </a:p>
          <a:p>
            <a:r>
              <a:rPr lang="ko-KR" altLang="en-US" dirty="0"/>
              <a:t>선택하기</a:t>
            </a:r>
            <a:r>
              <a:rPr lang="en-US" altLang="ko-KR" dirty="0"/>
              <a:t>/</a:t>
            </a:r>
            <a:r>
              <a:rPr lang="ko-KR" altLang="en-US" dirty="0"/>
              <a:t>취소하기가 마우스 오버에서 표기</a:t>
            </a:r>
            <a:endParaRPr lang="en-US" altLang="ko-KR" dirty="0"/>
          </a:p>
          <a:p>
            <a:r>
              <a:rPr lang="ko-KR" altLang="en-US" dirty="0"/>
              <a:t>선택 기능 추가</a:t>
            </a:r>
            <a:endParaRPr lang="en-US" altLang="ko-KR" dirty="0"/>
          </a:p>
          <a:p>
            <a:r>
              <a:rPr lang="ko-KR" altLang="en-US" dirty="0"/>
              <a:t>선택 가능 카드 수량 표기 </a:t>
            </a:r>
            <a:r>
              <a:rPr lang="en-US" altLang="ko-KR" dirty="0"/>
              <a:t>(n/m) </a:t>
            </a:r>
            <a:r>
              <a:rPr lang="ko-KR" altLang="en-US" dirty="0"/>
              <a:t>추가</a:t>
            </a:r>
            <a:endParaRPr lang="en-US" altLang="ko-KR" dirty="0"/>
          </a:p>
          <a:p>
            <a:r>
              <a:rPr lang="ko-KR" altLang="en-US" dirty="0"/>
              <a:t>경고문 추가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>
                <a:solidFill>
                  <a:schemeClr val="accent6"/>
                </a:solidFill>
              </a:rPr>
              <a:t>그</a:t>
            </a:r>
            <a:r>
              <a:rPr lang="ko-KR" altLang="en-US" b="1" dirty="0"/>
              <a:t>냥 추가된 점</a:t>
            </a:r>
            <a:endParaRPr lang="en-US" altLang="ko-KR" b="1" dirty="0"/>
          </a:p>
          <a:p>
            <a:r>
              <a:rPr lang="ko-KR" altLang="en-US" dirty="0"/>
              <a:t>보상 내용에 골드 추가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텍스트 버튼</a:t>
            </a:r>
            <a:r>
              <a:rPr lang="en-US" altLang="ko-KR" dirty="0"/>
              <a:t>(         )</a:t>
            </a:r>
            <a:r>
              <a:rPr lang="ko-KR" altLang="en-US" dirty="0"/>
              <a:t>은 마우스 오버 시 밑줄로 강조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화면의            처럼</a:t>
            </a:r>
            <a:r>
              <a:rPr lang="en-US" altLang="ko-KR" dirty="0"/>
              <a:t>)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A6AB122-6C69-718C-B71F-C30DEA34A767}"/>
              </a:ext>
            </a:extLst>
          </p:cNvPr>
          <p:cNvSpPr/>
          <p:nvPr/>
        </p:nvSpPr>
        <p:spPr>
          <a:xfrm>
            <a:off x="2817090" y="969695"/>
            <a:ext cx="655782" cy="2033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0ED584F-D724-9752-4C2C-760207BA3DC2}"/>
              </a:ext>
            </a:extLst>
          </p:cNvPr>
          <p:cNvCxnSpPr>
            <a:stCxn id="7" idx="3"/>
          </p:cNvCxnSpPr>
          <p:nvPr/>
        </p:nvCxnSpPr>
        <p:spPr>
          <a:xfrm>
            <a:off x="3472872" y="1071356"/>
            <a:ext cx="2715492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04BCE9-F89B-816E-6138-DB8DF111F980}"/>
              </a:ext>
            </a:extLst>
          </p:cNvPr>
          <p:cNvSpPr/>
          <p:nvPr/>
        </p:nvSpPr>
        <p:spPr>
          <a:xfrm>
            <a:off x="4867563" y="3713018"/>
            <a:ext cx="323273" cy="230904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FF19D31-02B7-7C91-E004-9C7F1D8EDBD0}"/>
              </a:ext>
            </a:extLst>
          </p:cNvPr>
          <p:cNvSpPr/>
          <p:nvPr/>
        </p:nvSpPr>
        <p:spPr>
          <a:xfrm>
            <a:off x="2073563" y="3313547"/>
            <a:ext cx="2134017" cy="63037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D9A531E-8A8F-F4B5-7F83-ABAD4580F3D8}"/>
              </a:ext>
            </a:extLst>
          </p:cNvPr>
          <p:cNvSpPr/>
          <p:nvPr/>
        </p:nvSpPr>
        <p:spPr>
          <a:xfrm>
            <a:off x="2812888" y="2410989"/>
            <a:ext cx="1888421" cy="276794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27F57B7-AF40-E7DE-B16D-614A7901BB42}"/>
              </a:ext>
            </a:extLst>
          </p:cNvPr>
          <p:cNvSpPr/>
          <p:nvPr/>
        </p:nvSpPr>
        <p:spPr>
          <a:xfrm>
            <a:off x="3842328" y="1602775"/>
            <a:ext cx="1182254" cy="38303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221AF0-B3E0-7C34-2B6C-7F4BF68C3721}"/>
              </a:ext>
            </a:extLst>
          </p:cNvPr>
          <p:cNvSpPr txBox="1"/>
          <p:nvPr/>
        </p:nvSpPr>
        <p:spPr>
          <a:xfrm>
            <a:off x="336243" y="4200350"/>
            <a:ext cx="563254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기존에는 카드를 한 번 클릭 → 선택하기 문구가 표시 → 한번 더 클릭하여</a:t>
            </a:r>
            <a:endParaRPr lang="en-US" altLang="ko-KR" sz="1200" dirty="0"/>
          </a:p>
          <a:p>
            <a:r>
              <a:rPr lang="ko-KR" altLang="en-US" sz="1200" dirty="0"/>
              <a:t>카드를 선택함과 동시에 다음 화면</a:t>
            </a:r>
            <a:r>
              <a:rPr lang="en-US" altLang="ko-KR" sz="1200" dirty="0"/>
              <a:t>(</a:t>
            </a:r>
            <a:r>
              <a:rPr lang="ko-KR" altLang="en-US" sz="1200" dirty="0"/>
              <a:t>상점</a:t>
            </a:r>
            <a:r>
              <a:rPr lang="en-US" altLang="ko-KR" sz="1200" dirty="0"/>
              <a:t>)</a:t>
            </a:r>
            <a:r>
              <a:rPr lang="ko-KR" altLang="en-US" sz="1200" dirty="0"/>
              <a:t>으로 바로 넘어갔지만</a:t>
            </a:r>
            <a:r>
              <a:rPr lang="en-US" altLang="ko-KR" sz="1200" dirty="0"/>
              <a:t>,</a:t>
            </a:r>
          </a:p>
          <a:p>
            <a:endParaRPr lang="en-US" altLang="ko-KR" sz="1200" dirty="0"/>
          </a:p>
          <a:p>
            <a:r>
              <a:rPr lang="ko-KR" altLang="en-US" sz="1200" dirty="0"/>
              <a:t>보물 기획을 통해 해당 화면이 보다 자주 등장하게 되면서</a:t>
            </a:r>
            <a:endParaRPr lang="en-US" altLang="ko-KR" sz="1200" dirty="0"/>
          </a:p>
          <a:p>
            <a:r>
              <a:rPr lang="ko-KR" altLang="en-US" sz="1200" dirty="0"/>
              <a:t>여러 카드의 조작을 빠르게 해 넘어갈 수 있도록</a:t>
            </a:r>
            <a:r>
              <a:rPr lang="en-US" altLang="ko-KR" sz="1200" dirty="0"/>
              <a:t>,</a:t>
            </a:r>
          </a:p>
          <a:p>
            <a:r>
              <a:rPr lang="ko-KR" altLang="en-US" sz="1200" dirty="0"/>
              <a:t>카드 선택은 클릭 한번으로 되도록 변경했습니다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동시에 사고율을 줄이기 위해 </a:t>
            </a:r>
            <a:r>
              <a:rPr lang="ko-KR" altLang="en-US" sz="1200" dirty="0" err="1"/>
              <a:t>우하단</a:t>
            </a:r>
            <a:r>
              <a:rPr lang="ko-KR" altLang="en-US" sz="1200" dirty="0"/>
              <a:t> </a:t>
            </a:r>
            <a:r>
              <a:rPr lang="en-US" altLang="ko-KR" sz="1200" dirty="0"/>
              <a:t>next</a:t>
            </a:r>
            <a:r>
              <a:rPr lang="ko-KR" altLang="en-US" sz="1200" dirty="0"/>
              <a:t>를 통해 넘어가도록 변경했습니다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(</a:t>
            </a:r>
            <a:r>
              <a:rPr lang="ko-KR" altLang="en-US" sz="1200" dirty="0"/>
              <a:t>아무 카드도 선택하지 않은 경우 </a:t>
            </a:r>
            <a:r>
              <a:rPr lang="en-US" altLang="ko-KR" sz="1200" dirty="0"/>
              <a:t>skip</a:t>
            </a:r>
            <a:r>
              <a:rPr lang="ko-KR" altLang="en-US" sz="1200" dirty="0"/>
              <a:t>→으로 표기되고</a:t>
            </a:r>
            <a:r>
              <a:rPr lang="en-US" altLang="ko-KR" sz="1200" dirty="0"/>
              <a:t>, </a:t>
            </a:r>
            <a:r>
              <a:rPr lang="ko-KR" altLang="en-US" sz="1200" dirty="0"/>
              <a:t>기능은 동일합니다</a:t>
            </a:r>
            <a:r>
              <a:rPr lang="en-US" altLang="ko-KR" sz="1200" dirty="0"/>
              <a:t>.)</a:t>
            </a:r>
          </a:p>
          <a:p>
            <a:r>
              <a:rPr lang="en-US" altLang="ko-KR" sz="1200" dirty="0">
                <a:solidFill>
                  <a:srgbClr val="FF0000"/>
                </a:solidFill>
              </a:rPr>
              <a:t>※ “Select all”</a:t>
            </a:r>
            <a:r>
              <a:rPr lang="ko-KR" altLang="en-US" sz="1200" dirty="0">
                <a:solidFill>
                  <a:srgbClr val="FF0000"/>
                </a:solidFill>
              </a:rPr>
              <a:t>은 모두 체크될 뿐 다음 화면으로 넘어가지지 않습니다</a:t>
            </a:r>
            <a:r>
              <a:rPr lang="en-US" altLang="ko-KR" sz="1200" dirty="0">
                <a:solidFill>
                  <a:srgbClr val="FF0000"/>
                </a:solidFill>
              </a:rPr>
              <a:t>.</a:t>
            </a:r>
          </a:p>
          <a:p>
            <a:endParaRPr lang="en-US" altLang="ko-KR" sz="12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8B6D64D-B98E-A16D-C06A-BAF8D4B76DF5}"/>
              </a:ext>
            </a:extLst>
          </p:cNvPr>
          <p:cNvSpPr/>
          <p:nvPr/>
        </p:nvSpPr>
        <p:spPr>
          <a:xfrm>
            <a:off x="1252150" y="1579715"/>
            <a:ext cx="1182255" cy="1733831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FB8E10C-0550-C43C-1436-8F780562C1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9378" y="5942200"/>
            <a:ext cx="571500" cy="1238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0BA9FB4-BA95-4DA8-54B2-B329E84D67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6176" y="6073865"/>
            <a:ext cx="400050" cy="1143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E827A0D-6C5D-3751-5362-192685129FD3}"/>
              </a:ext>
            </a:extLst>
          </p:cNvPr>
          <p:cNvSpPr txBox="1"/>
          <p:nvPr/>
        </p:nvSpPr>
        <p:spPr>
          <a:xfrm>
            <a:off x="5067331" y="4770935"/>
            <a:ext cx="56325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Select all</a:t>
            </a:r>
            <a:r>
              <a:rPr lang="ko-KR" altLang="en-US" sz="1200" dirty="0"/>
              <a:t>과 </a:t>
            </a:r>
            <a:r>
              <a:rPr lang="en-US" altLang="ko-KR" sz="1200" dirty="0"/>
              <a:t>next</a:t>
            </a:r>
            <a:r>
              <a:rPr lang="ko-KR" altLang="en-US" sz="1200" dirty="0"/>
              <a:t>→</a:t>
            </a:r>
            <a:endParaRPr lang="en-US" altLang="ko-KR" sz="1200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B8C2ED8-19D8-1958-71D9-B08EBC83C8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6950" y="5745305"/>
            <a:ext cx="361950" cy="1428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34B90EFF-89C7-9F20-9320-4D0E17D7A0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6176" y="6206637"/>
            <a:ext cx="361950" cy="14287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42DE3363-924C-4955-4180-D22F18FC28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7656" y="6361057"/>
            <a:ext cx="885949" cy="24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8169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1FFCF-0173-664E-02CD-623290831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B12B82F-4E26-76D1-C2A8-19F2A1D427DE}"/>
              </a:ext>
            </a:extLst>
          </p:cNvPr>
          <p:cNvSpPr txBox="1"/>
          <p:nvPr/>
        </p:nvSpPr>
        <p:spPr>
          <a:xfrm>
            <a:off x="463452" y="563419"/>
            <a:ext cx="2076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팝업 접기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2FC37F6-4F7D-792F-A53B-93FD55C60B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549" y="1136217"/>
            <a:ext cx="4497637" cy="9696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709AC6A-2D6A-00A1-45B7-55DAFFBCD4FB}"/>
              </a:ext>
            </a:extLst>
          </p:cNvPr>
          <p:cNvSpPr txBox="1"/>
          <p:nvPr/>
        </p:nvSpPr>
        <p:spPr>
          <a:xfrm>
            <a:off x="5089237" y="1254099"/>
            <a:ext cx="56325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▽접기 버튼</a:t>
            </a:r>
            <a:endParaRPr lang="en-US" altLang="ko-KR" b="1" dirty="0"/>
          </a:p>
          <a:p>
            <a:r>
              <a:rPr lang="ko-KR" altLang="en-US" dirty="0"/>
              <a:t>빨간색 라인 너머</a:t>
            </a:r>
            <a:r>
              <a:rPr lang="en-US" altLang="ko-KR" dirty="0"/>
              <a:t> (</a:t>
            </a:r>
            <a:r>
              <a:rPr lang="ko-KR" altLang="en-US" dirty="0"/>
              <a:t>클릭 범위</a:t>
            </a:r>
            <a:r>
              <a:rPr lang="en-US" altLang="ko-KR" dirty="0"/>
              <a:t>)</a:t>
            </a:r>
            <a:r>
              <a:rPr lang="ko-KR" altLang="en-US" dirty="0"/>
              <a:t>로 마우스를 올리면</a:t>
            </a:r>
            <a:endParaRPr lang="en-US" altLang="ko-KR" dirty="0"/>
          </a:p>
          <a:p>
            <a:r>
              <a:rPr lang="ko-KR" altLang="en-US" dirty="0"/>
              <a:t>튀어나오는 연출</a:t>
            </a:r>
            <a:endParaRPr lang="en-US" altLang="ko-KR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9082E08D-C445-70FC-EE19-6443344B3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452" y="2341299"/>
            <a:ext cx="5004475" cy="281927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AD259D0-9C4F-355A-8046-0AAEDA291B2F}"/>
              </a:ext>
            </a:extLst>
          </p:cNvPr>
          <p:cNvSpPr txBox="1"/>
          <p:nvPr/>
        </p:nvSpPr>
        <p:spPr>
          <a:xfrm>
            <a:off x="5601855" y="2387481"/>
            <a:ext cx="563254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반툼여</a:t>
            </a:r>
            <a:r>
              <a:rPr lang="ko-KR" altLang="en-US" dirty="0"/>
              <a:t> 어두운 배경</a:t>
            </a:r>
            <a:r>
              <a:rPr lang="en-US" altLang="ko-KR" dirty="0"/>
              <a:t>(</a:t>
            </a:r>
            <a:r>
              <a:rPr lang="ko-KR" altLang="en-US" dirty="0" err="1"/>
              <a:t>틸드처리</a:t>
            </a:r>
            <a:r>
              <a:rPr lang="en-US" altLang="ko-KR" dirty="0"/>
              <a:t>)</a:t>
            </a:r>
            <a:r>
              <a:rPr lang="ko-KR" altLang="en-US" dirty="0"/>
              <a:t>째로</a:t>
            </a:r>
            <a:endParaRPr lang="en-US" altLang="ko-KR" dirty="0"/>
          </a:p>
          <a:p>
            <a:r>
              <a:rPr lang="ko-KR" altLang="en-US" dirty="0"/>
              <a:t>화면 전체가 아래로 접히며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하단에 △펼치기 버튼이</a:t>
            </a:r>
            <a:endParaRPr lang="en-US" altLang="ko-KR" dirty="0"/>
          </a:p>
          <a:p>
            <a:r>
              <a:rPr lang="ko-KR" altLang="en-US" dirty="0"/>
              <a:t>▽접기 버튼과 동일하게 위치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상단은 어림잡아 클릭 범위를 넓게 지정해도 되는데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하단은 카드나 덱</a:t>
            </a:r>
            <a:r>
              <a:rPr lang="en-US" altLang="ko-KR" dirty="0"/>
              <a:t>/</a:t>
            </a:r>
            <a:r>
              <a:rPr lang="ko-KR" altLang="en-US" dirty="0"/>
              <a:t>묘지를 살펴보기 위한 상호작용이 있어서 </a:t>
            </a:r>
            <a:r>
              <a:rPr lang="ko-KR" altLang="en-US" dirty="0" err="1"/>
              <a:t>디테일하게</a:t>
            </a:r>
            <a:r>
              <a:rPr lang="ko-KR" altLang="en-US" dirty="0"/>
              <a:t> 설정해줘야 할 것 같다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주황색으로 표시한 부분을 제외하는 작업</a:t>
            </a:r>
            <a:r>
              <a:rPr lang="en-US" altLang="ko-KR" dirty="0"/>
              <a:t>)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A8D3246-A31F-E36F-D029-045A0505C867}"/>
              </a:ext>
            </a:extLst>
          </p:cNvPr>
          <p:cNvSpPr/>
          <p:nvPr/>
        </p:nvSpPr>
        <p:spPr>
          <a:xfrm>
            <a:off x="2628562" y="5003432"/>
            <a:ext cx="655782" cy="2033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5CB5882F-5825-6523-486C-77ECCA9B3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452" y="5395982"/>
            <a:ext cx="6654784" cy="449948"/>
          </a:xfrm>
          <a:prstGeom prst="rect">
            <a:avLst/>
          </a:prstGeom>
        </p:spPr>
      </p:pic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AE41D8-07D9-56C6-D0DE-0ED15B631A2D}"/>
              </a:ext>
            </a:extLst>
          </p:cNvPr>
          <p:cNvSpPr/>
          <p:nvPr/>
        </p:nvSpPr>
        <p:spPr>
          <a:xfrm>
            <a:off x="450414" y="5576513"/>
            <a:ext cx="3096350" cy="14527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128B838B-7D58-7E25-26C0-ACC22DD01501}"/>
              </a:ext>
            </a:extLst>
          </p:cNvPr>
          <p:cNvSpPr/>
          <p:nvPr/>
        </p:nvSpPr>
        <p:spPr>
          <a:xfrm>
            <a:off x="4053680" y="5566588"/>
            <a:ext cx="3096350" cy="14527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52984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003AC68E-E299-A51C-D536-7E9B7FF1C0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452" y="1007051"/>
            <a:ext cx="5319634" cy="2992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6D82223-5778-4BED-1CB4-723F9084F492}"/>
              </a:ext>
            </a:extLst>
          </p:cNvPr>
          <p:cNvSpPr txBox="1"/>
          <p:nvPr/>
        </p:nvSpPr>
        <p:spPr>
          <a:xfrm>
            <a:off x="463452" y="563419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이벤트창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FF8ECE-C7A4-2FFC-4653-AEB90315523C}"/>
              </a:ext>
            </a:extLst>
          </p:cNvPr>
          <p:cNvSpPr txBox="1"/>
          <p:nvPr/>
        </p:nvSpPr>
        <p:spPr>
          <a:xfrm>
            <a:off x="6096000" y="563419"/>
            <a:ext cx="563254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FF0000"/>
                </a:solidFill>
              </a:rPr>
              <a:t>게</a:t>
            </a:r>
            <a:r>
              <a:rPr lang="ko-KR" altLang="en-US" b="1" dirty="0"/>
              <a:t>임 도중에 등장하므로</a:t>
            </a:r>
            <a:endParaRPr lang="en-US" altLang="ko-KR" b="1" dirty="0"/>
          </a:p>
          <a:p>
            <a:r>
              <a:rPr lang="ko-KR" altLang="en-US" dirty="0"/>
              <a:t>상단에 </a:t>
            </a:r>
            <a:r>
              <a:rPr lang="en-US" altLang="ko-KR" dirty="0"/>
              <a:t>“</a:t>
            </a:r>
            <a:r>
              <a:rPr lang="ko-KR" altLang="en-US" dirty="0"/>
              <a:t>▽</a:t>
            </a:r>
            <a:r>
              <a:rPr lang="en-US" altLang="ko-KR" dirty="0"/>
              <a:t>(</a:t>
            </a:r>
            <a:r>
              <a:rPr lang="ko-KR" altLang="en-US" dirty="0"/>
              <a:t>접기 버튼</a:t>
            </a:r>
            <a:r>
              <a:rPr lang="en-US" altLang="ko-KR" dirty="0"/>
              <a:t>)”,</a:t>
            </a:r>
          </a:p>
          <a:p>
            <a:r>
              <a:rPr lang="ko-KR" altLang="en-US" dirty="0"/>
              <a:t>하단에 덱 보기 버튼이 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b="1" dirty="0">
                <a:solidFill>
                  <a:schemeClr val="accent2"/>
                </a:solidFill>
              </a:rPr>
              <a:t>기</a:t>
            </a:r>
            <a:r>
              <a:rPr lang="ko-KR" altLang="en-US" b="1" dirty="0"/>
              <a:t>능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이벤트별 이미지 표기</a:t>
            </a:r>
            <a:endParaRPr lang="en-US" altLang="ko-KR" dirty="0"/>
          </a:p>
          <a:p>
            <a:r>
              <a:rPr lang="ko-KR" altLang="en-US" dirty="0"/>
              <a:t>이벤트 내용 표기</a:t>
            </a:r>
            <a:endParaRPr lang="en-US" altLang="ko-KR" dirty="0"/>
          </a:p>
          <a:p>
            <a:r>
              <a:rPr lang="ko-KR" altLang="en-US" dirty="0"/>
              <a:t>내용이 길어지면 스크롤 가능</a:t>
            </a:r>
            <a:endParaRPr lang="en-US" altLang="ko-KR" dirty="0"/>
          </a:p>
          <a:p>
            <a:r>
              <a:rPr lang="ko-KR" altLang="en-US" dirty="0"/>
              <a:t>선택지</a:t>
            </a:r>
            <a:r>
              <a:rPr lang="en-US" altLang="ko-KR" dirty="0"/>
              <a:t>(</a:t>
            </a:r>
            <a:r>
              <a:rPr lang="ko-KR" altLang="en-US" dirty="0"/>
              <a:t>예시에선 아니지만 텍스트 최하단에 위치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선택지는 텍스트 내용과 분리된 색상으로 표시</a:t>
            </a:r>
            <a:endParaRPr lang="en-US" altLang="ko-KR" dirty="0"/>
          </a:p>
          <a:p>
            <a:r>
              <a:rPr lang="ko-KR" altLang="en-US" dirty="0"/>
              <a:t>마우스 오버로 강조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조건에 의해 선택 못 하는 선택지는</a:t>
            </a:r>
            <a:r>
              <a:rPr lang="en-US" altLang="ko-KR" dirty="0"/>
              <a:t> </a:t>
            </a:r>
            <a:r>
              <a:rPr lang="ko-KR" altLang="en-US" strike="sngStrike" dirty="0" err="1"/>
              <a:t>줄처리</a:t>
            </a:r>
            <a:r>
              <a:rPr lang="ko-KR" altLang="en-US" dirty="0"/>
              <a:t> 할거임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408005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0CF65-8573-38AD-6740-DC4EE5C08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BB8A3B0-93A3-0BD5-130B-B94CF503A1E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B29910-7E91-1B9C-23EC-B23C31627BE0}"/>
              </a:ext>
            </a:extLst>
          </p:cNvPr>
          <p:cNvSpPr txBox="1"/>
          <p:nvPr/>
        </p:nvSpPr>
        <p:spPr>
          <a:xfrm>
            <a:off x="669638" y="563419"/>
            <a:ext cx="103678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0425 PD </a:t>
            </a:r>
            <a:r>
              <a:rPr lang="ko-KR" altLang="en-US" b="1" dirty="0"/>
              <a:t>사라짐 사건</a:t>
            </a:r>
            <a:endParaRPr lang="en-US" altLang="ko-KR" b="1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BE86D04-8310-918D-B542-B4E037F24B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3132" y="2432261"/>
            <a:ext cx="2286319" cy="149563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B538FC6-9510-F441-E3C1-7BBC42117F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638" y="1271584"/>
            <a:ext cx="4572000" cy="25717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9EC943E-F69D-29E4-8DB9-66CE5FEF36AA}"/>
              </a:ext>
            </a:extLst>
          </p:cNvPr>
          <p:cNvSpPr txBox="1"/>
          <p:nvPr/>
        </p:nvSpPr>
        <p:spPr>
          <a:xfrm>
            <a:off x="5433132" y="1271584"/>
            <a:ext cx="62046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번 레이어와 </a:t>
            </a:r>
            <a:r>
              <a:rPr lang="en-US" altLang="ko-KR" dirty="0"/>
              <a:t>4</a:t>
            </a:r>
            <a:r>
              <a:rPr lang="ko-KR" altLang="en-US" dirty="0"/>
              <a:t>번 레이어 사이에</a:t>
            </a:r>
            <a:endParaRPr lang="en-US" altLang="ko-KR" dirty="0"/>
          </a:p>
          <a:p>
            <a:r>
              <a:rPr lang="ko-KR" altLang="en-US" dirty="0"/>
              <a:t>캐릭터를 둬서 캐릭터의 다리가 가려져야 함</a:t>
            </a:r>
            <a:endParaRPr lang="en-US" altLang="ko-KR" dirty="0"/>
          </a:p>
          <a:p>
            <a:r>
              <a:rPr lang="en-US" altLang="ko-KR" dirty="0"/>
              <a:t>AD</a:t>
            </a:r>
            <a:r>
              <a:rPr lang="ko-KR" altLang="en-US" dirty="0"/>
              <a:t>가 주시하고 있으니 배경 </a:t>
            </a:r>
            <a:r>
              <a:rPr lang="ko-KR" altLang="en-US" dirty="0" err="1"/>
              <a:t>프리팹을</a:t>
            </a:r>
            <a:endParaRPr lang="en-US" altLang="ko-KR" dirty="0"/>
          </a:p>
          <a:p>
            <a:r>
              <a:rPr lang="en-US" altLang="ko-KR" dirty="0"/>
              <a:t>3</a:t>
            </a:r>
            <a:r>
              <a:rPr lang="ko-KR" altLang="en-US" dirty="0"/>
              <a:t>번 레이어 앞</a:t>
            </a:r>
            <a:r>
              <a:rPr lang="en-US" altLang="ko-KR" dirty="0"/>
              <a:t>/</a:t>
            </a:r>
            <a:r>
              <a:rPr lang="ko-KR" altLang="en-US" dirty="0"/>
              <a:t>뒤 </a:t>
            </a:r>
            <a:r>
              <a:rPr lang="en-US" altLang="ko-KR" dirty="0"/>
              <a:t>2</a:t>
            </a:r>
            <a:r>
              <a:rPr lang="ko-KR" altLang="en-US" dirty="0"/>
              <a:t>개로 쪼개서라도 적용하는 게 좋음</a:t>
            </a:r>
            <a:endParaRPr lang="en-US" altLang="ko-KR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5BB474F-D3E1-161A-76C2-76E0E5C32D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351" y="4161565"/>
            <a:ext cx="4120434" cy="2317744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549990EF-93EB-7B97-32E1-6AC7C1F6D6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38" y="4077715"/>
            <a:ext cx="3505198" cy="240159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8C39408-9F8E-66BA-4797-272C7487AB6E}"/>
              </a:ext>
            </a:extLst>
          </p:cNvPr>
          <p:cNvSpPr txBox="1"/>
          <p:nvPr/>
        </p:nvSpPr>
        <p:spPr>
          <a:xfrm>
            <a:off x="8552873" y="4161565"/>
            <a:ext cx="317730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덱 리스트 스크롤을 세로로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스크롤 오브젝트를 어떻게 수정하는지 잘 </a:t>
            </a:r>
            <a:r>
              <a:rPr lang="ko-KR" altLang="en-US" dirty="0" err="1"/>
              <a:t>모르겠어서</a:t>
            </a:r>
            <a:endParaRPr lang="en-US" altLang="ko-KR" dirty="0"/>
          </a:p>
          <a:p>
            <a:r>
              <a:rPr lang="ko-KR" altLang="en-US" dirty="0"/>
              <a:t>방치했음</a:t>
            </a:r>
            <a:r>
              <a:rPr lang="en-US" altLang="ko-KR" dirty="0"/>
              <a:t>(</a:t>
            </a:r>
            <a:r>
              <a:rPr lang="ko-KR" altLang="en-US" dirty="0" err="1"/>
              <a:t>잘못건들면</a:t>
            </a:r>
            <a:r>
              <a:rPr lang="ko-KR" altLang="en-US" dirty="0"/>
              <a:t> 빨간 </a:t>
            </a:r>
            <a:r>
              <a:rPr lang="en-US" altLang="ko-KR" dirty="0"/>
              <a:t>X</a:t>
            </a:r>
            <a:r>
              <a:rPr lang="ko-KR" altLang="en-US" dirty="0"/>
              <a:t>뜨면서 깨지던</a:t>
            </a:r>
            <a:r>
              <a:rPr lang="en-US" altLang="ko-KR" dirty="0"/>
              <a:t>)</a:t>
            </a:r>
          </a:p>
          <a:p>
            <a:r>
              <a:rPr lang="ko-KR" altLang="en-US" sz="1400" dirty="0" err="1"/>
              <a:t>덱→카드</a:t>
            </a:r>
            <a:r>
              <a:rPr lang="ko-KR" altLang="en-US" sz="1400" dirty="0"/>
              <a:t> 전체보기 버튼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카드 </a:t>
            </a:r>
            <a:r>
              <a:rPr lang="ko-KR" altLang="en-US" sz="1400" dirty="0" err="1"/>
              <a:t>전체보기→덱으로</a:t>
            </a:r>
            <a:r>
              <a:rPr lang="ko-KR" altLang="en-US" sz="1400" dirty="0"/>
              <a:t> 돌아가는 버튼</a:t>
            </a:r>
            <a:r>
              <a:rPr lang="en-US" altLang="ko-KR" sz="1400" dirty="0"/>
              <a:t>(</a:t>
            </a:r>
            <a:r>
              <a:rPr lang="ko-KR" altLang="en-US" sz="1400" dirty="0"/>
              <a:t>빨간 네모</a:t>
            </a:r>
            <a:r>
              <a:rPr lang="en-US" altLang="ko-KR" sz="1400" dirty="0"/>
              <a:t>) </a:t>
            </a:r>
            <a:r>
              <a:rPr lang="ko-KR" altLang="en-US" sz="1400" dirty="0"/>
              <a:t>추가해두면</a:t>
            </a:r>
            <a:endParaRPr lang="en-US" altLang="ko-KR" sz="1400" dirty="0"/>
          </a:p>
          <a:p>
            <a:r>
              <a:rPr lang="ko-KR" altLang="en-US" sz="1400" dirty="0"/>
              <a:t>아이콘 배치</a:t>
            </a:r>
            <a:r>
              <a:rPr lang="en-US" altLang="ko-KR" sz="1400" dirty="0"/>
              <a:t>/</a:t>
            </a:r>
            <a:r>
              <a:rPr lang="ko-KR" altLang="en-US" sz="1400" dirty="0"/>
              <a:t>이미지 수정 </a:t>
            </a:r>
            <a:r>
              <a:rPr lang="ko-KR" altLang="en-US" sz="1400" dirty="0" err="1"/>
              <a:t>해두겠음</a:t>
            </a:r>
            <a:endParaRPr lang="en-US" altLang="ko-KR" sz="1400" dirty="0"/>
          </a:p>
          <a:p>
            <a:r>
              <a:rPr lang="en-US" altLang="ko-KR" sz="1400" dirty="0"/>
              <a:t>   </a:t>
            </a:r>
            <a:r>
              <a:rPr lang="ko-KR" altLang="en-US" sz="1400" dirty="0"/>
              <a:t>←이 아이콘 써두면 됨</a:t>
            </a:r>
            <a:endParaRPr lang="en-US" altLang="ko-KR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43E8DD9-C4B4-32C5-AC16-DAC4F5CDF7B5}"/>
              </a:ext>
            </a:extLst>
          </p:cNvPr>
          <p:cNvSpPr/>
          <p:nvPr/>
        </p:nvSpPr>
        <p:spPr>
          <a:xfrm>
            <a:off x="4396509" y="6096000"/>
            <a:ext cx="277091" cy="3833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CE538F6-F3E9-553E-1C85-EBD6F8ED0D3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873" y="6453909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1443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29EE9-76A6-FE22-10F6-0641BF360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AC92590-A3F4-A76F-52CC-7E80FE3377E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3E083E-B01E-1930-5D08-74EE051599D7}"/>
              </a:ext>
            </a:extLst>
          </p:cNvPr>
          <p:cNvSpPr txBox="1"/>
          <p:nvPr/>
        </p:nvSpPr>
        <p:spPr>
          <a:xfrm>
            <a:off x="669638" y="563419"/>
            <a:ext cx="103678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0425 PD </a:t>
            </a:r>
            <a:r>
              <a:rPr lang="ko-KR" altLang="en-US" b="1" dirty="0"/>
              <a:t>사라짐 사건</a:t>
            </a:r>
            <a:r>
              <a:rPr lang="en-US" altLang="ko-KR" b="1" dirty="0"/>
              <a:t>2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1A60A88-1BEF-ED99-4A95-4D87283480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166" y="1158873"/>
            <a:ext cx="4120434" cy="231774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ADCD0AF-1D17-94E3-9597-240DE34583BA}"/>
              </a:ext>
            </a:extLst>
          </p:cNvPr>
          <p:cNvSpPr txBox="1"/>
          <p:nvPr/>
        </p:nvSpPr>
        <p:spPr>
          <a:xfrm>
            <a:off x="4790072" y="1158873"/>
            <a:ext cx="6995528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덱 볼 때는 </a:t>
            </a:r>
            <a:r>
              <a:rPr lang="en-US" altLang="ko-KR" sz="1400" dirty="0"/>
              <a:t>DECK, </a:t>
            </a:r>
            <a:r>
              <a:rPr lang="ko-KR" altLang="en-US" sz="1400" dirty="0"/>
              <a:t>카드 </a:t>
            </a:r>
            <a:r>
              <a:rPr lang="ko-KR" altLang="en-US" sz="1400" dirty="0" err="1"/>
              <a:t>전체볼때는</a:t>
            </a:r>
            <a:r>
              <a:rPr lang="ko-KR" altLang="en-US" sz="1400" dirty="0"/>
              <a:t> </a:t>
            </a:r>
            <a:r>
              <a:rPr lang="en-US" altLang="ko-KR" sz="1400" dirty="0"/>
              <a:t>CARDS, </a:t>
            </a:r>
            <a:r>
              <a:rPr lang="ko-KR" altLang="en-US" sz="1400" dirty="0" err="1"/>
              <a:t>묘지볼때는</a:t>
            </a:r>
            <a:r>
              <a:rPr lang="ko-KR" altLang="en-US" sz="1400" dirty="0"/>
              <a:t> </a:t>
            </a:r>
            <a:r>
              <a:rPr lang="en-US" altLang="ko-KR" sz="1400" dirty="0"/>
              <a:t>TRASH</a:t>
            </a:r>
            <a:r>
              <a:rPr lang="ko-KR" altLang="en-US" sz="1400" dirty="0"/>
              <a:t>라고 적어두면 될 듯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 err="1"/>
              <a:t>UIDeckListPopup</a:t>
            </a:r>
            <a:r>
              <a:rPr lang="en-US" altLang="ko-KR" sz="1400" dirty="0"/>
              <a:t> </a:t>
            </a:r>
            <a:r>
              <a:rPr lang="ko-KR" altLang="en-US" sz="1400" dirty="0" err="1"/>
              <a:t>프리팹만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수정해뒀는데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형태도 크기도 구조도 같으니까</a:t>
            </a:r>
            <a:r>
              <a:rPr lang="en-US" altLang="ko-KR" sz="1400" dirty="0"/>
              <a:t> </a:t>
            </a:r>
            <a:r>
              <a:rPr lang="ko-KR" altLang="en-US" sz="1400" dirty="0"/>
              <a:t>팝업 형태를 </a:t>
            </a:r>
            <a:r>
              <a:rPr lang="ko-KR" altLang="en-US" sz="1400" dirty="0" err="1"/>
              <a:t>프리팹화시키든</a:t>
            </a:r>
            <a:endParaRPr lang="en-US" altLang="ko-KR" sz="1400" dirty="0"/>
          </a:p>
          <a:p>
            <a:r>
              <a:rPr lang="ko-KR" altLang="en-US" sz="1400" dirty="0"/>
              <a:t>잘 </a:t>
            </a:r>
            <a:r>
              <a:rPr lang="ko-KR" altLang="en-US" sz="1400" dirty="0" err="1"/>
              <a:t>복붙해서</a:t>
            </a:r>
            <a:r>
              <a:rPr lang="ko-KR" altLang="en-US" sz="1400" dirty="0"/>
              <a:t> 모두 </a:t>
            </a:r>
            <a:r>
              <a:rPr lang="ko-KR" altLang="en-US" sz="1400" dirty="0" err="1"/>
              <a:t>적용해주셈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</a:p>
          <a:p>
            <a:endParaRPr lang="en-US" altLang="ko-KR" sz="1400" dirty="0"/>
          </a:p>
          <a:p>
            <a:r>
              <a:rPr lang="ko-KR" altLang="en-US" sz="1400" dirty="0"/>
              <a:t>아 텍스트 </a:t>
            </a:r>
            <a:r>
              <a:rPr lang="en-US" altLang="ko-KR" sz="1400" dirty="0"/>
              <a:t>4</a:t>
            </a:r>
            <a:r>
              <a:rPr lang="ko-KR" altLang="en-US" sz="1400" dirty="0"/>
              <a:t>개 </a:t>
            </a:r>
            <a:r>
              <a:rPr lang="ko-KR" altLang="en-US" sz="1400" dirty="0" err="1"/>
              <a:t>겹쳐놓은</a:t>
            </a:r>
            <a:r>
              <a:rPr lang="ko-KR" altLang="en-US" sz="1400" dirty="0"/>
              <a:t> 아웃라인 폰트</a:t>
            </a:r>
            <a:endParaRPr lang="en-US" altLang="ko-KR" sz="1400" dirty="0"/>
          </a:p>
          <a:p>
            <a:r>
              <a:rPr lang="ko-KR" altLang="en-US" sz="1400" dirty="0" err="1"/>
              <a:t>프리팹화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언제해줄거야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ko-KR" altLang="en-US" sz="1400" dirty="0"/>
              <a:t>특히 상점에 아웃라인 폰트 부분이 너무 많아서</a:t>
            </a:r>
            <a:endParaRPr lang="en-US" altLang="ko-KR" sz="1400" dirty="0"/>
          </a:p>
          <a:p>
            <a:r>
              <a:rPr lang="ko-KR" altLang="en-US" sz="1400" dirty="0"/>
              <a:t>얼른 이 기능이 생겼으면 좋겠다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</a:p>
          <a:p>
            <a:endParaRPr lang="en-US" altLang="ko-KR" sz="1400" dirty="0"/>
          </a:p>
          <a:p>
            <a:r>
              <a:rPr lang="en-US" altLang="ko-KR" sz="1400" dirty="0"/>
              <a:t>Request </a:t>
            </a:r>
            <a:r>
              <a:rPr lang="en-US" altLang="ko-KR" sz="1400" dirty="0" err="1"/>
              <a:t>Seccess</a:t>
            </a:r>
            <a:r>
              <a:rPr lang="ko-KR" altLang="en-US" sz="1400" dirty="0"/>
              <a:t>인가</a:t>
            </a:r>
            <a:r>
              <a:rPr lang="en-US" altLang="ko-KR" sz="1400" dirty="0"/>
              <a:t>? </a:t>
            </a:r>
            <a:r>
              <a:rPr lang="ko-KR" altLang="en-US" sz="1400" dirty="0"/>
              <a:t>그거를 이미지로 바꿨음</a:t>
            </a:r>
            <a:endParaRPr lang="en-US" altLang="ko-KR" sz="1400" dirty="0"/>
          </a:p>
          <a:p>
            <a:r>
              <a:rPr lang="ko-KR" altLang="en-US" sz="1400" dirty="0"/>
              <a:t>문제는 </a:t>
            </a:r>
            <a:r>
              <a:rPr lang="en-US" altLang="ko-KR" sz="1400" dirty="0"/>
              <a:t>1</a:t>
            </a:r>
            <a:r>
              <a:rPr lang="ko-KR" altLang="en-US" sz="1400" dirty="0"/>
              <a:t>종류밖에 없었는데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수령</a:t>
            </a:r>
            <a:r>
              <a:rPr lang="en-US" altLang="ko-KR" sz="1400" dirty="0"/>
              <a:t>/</a:t>
            </a:r>
            <a:r>
              <a:rPr lang="ko-KR" altLang="en-US" sz="1400" dirty="0"/>
              <a:t>연장이 가능했던 </a:t>
            </a:r>
            <a:r>
              <a:rPr lang="en-US" altLang="ko-KR" sz="1400" dirty="0" err="1"/>
              <a:t>RequestAddArea</a:t>
            </a:r>
            <a:r>
              <a:rPr lang="ko-KR" altLang="en-US" sz="1400" dirty="0"/>
              <a:t>에서는</a:t>
            </a:r>
            <a:endParaRPr lang="en-US" altLang="ko-KR" sz="1400" dirty="0"/>
          </a:p>
          <a:p>
            <a:r>
              <a:rPr lang="ko-KR" altLang="en-US" sz="1400" dirty="0"/>
              <a:t>수령하면 </a:t>
            </a:r>
            <a:r>
              <a:rPr lang="en-US" altLang="ko-KR" sz="1400" dirty="0"/>
              <a:t>RECEIVED</a:t>
            </a:r>
            <a:r>
              <a:rPr lang="ko-KR" altLang="en-US" sz="1400" dirty="0"/>
              <a:t>가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 err="1"/>
              <a:t>추가의뢰했으면</a:t>
            </a:r>
            <a:r>
              <a:rPr lang="ko-KR" altLang="en-US" sz="1400" dirty="0"/>
              <a:t> </a:t>
            </a:r>
            <a:r>
              <a:rPr lang="en-US" altLang="ko-KR" sz="1400" dirty="0"/>
              <a:t>REQUESTED</a:t>
            </a:r>
            <a:r>
              <a:rPr lang="ko-KR" altLang="en-US" sz="1400" dirty="0"/>
              <a:t>가 </a:t>
            </a:r>
            <a:r>
              <a:rPr lang="ko-KR" altLang="en-US" sz="1400" dirty="0" err="1"/>
              <a:t>떠야해서</a:t>
            </a:r>
            <a:r>
              <a:rPr lang="ko-KR" altLang="en-US" sz="1400" dirty="0"/>
              <a:t> 하나 늘렸음→</a:t>
            </a:r>
            <a:endParaRPr lang="en-US" altLang="ko-KR" sz="1400" dirty="0"/>
          </a:p>
          <a:p>
            <a:r>
              <a:rPr lang="ko-KR" altLang="en-US" sz="1400" dirty="0"/>
              <a:t>이거 </a:t>
            </a:r>
            <a:r>
              <a:rPr lang="ko-KR" altLang="en-US" sz="1400" dirty="0" err="1"/>
              <a:t>적용해줘야함</a:t>
            </a:r>
            <a:r>
              <a:rPr lang="en-US" altLang="ko-KR" sz="1400" dirty="0"/>
              <a:t>. </a:t>
            </a:r>
            <a:r>
              <a:rPr lang="ko-KR" altLang="en-US" sz="1400" dirty="0"/>
              <a:t>내가 실수로 </a:t>
            </a:r>
            <a:r>
              <a:rPr lang="en-US" altLang="ko-KR" sz="1400" dirty="0"/>
              <a:t>RECEIVED </a:t>
            </a:r>
            <a:r>
              <a:rPr lang="ko-KR" altLang="en-US" sz="1400" dirty="0"/>
              <a:t>이미지 </a:t>
            </a:r>
            <a:r>
              <a:rPr lang="ko-KR" altLang="en-US" sz="1400" dirty="0" err="1"/>
              <a:t>반투명하게</a:t>
            </a:r>
            <a:r>
              <a:rPr lang="ko-KR" altLang="en-US" sz="1400" dirty="0"/>
              <a:t> </a:t>
            </a:r>
            <a:r>
              <a:rPr lang="ko-KR" altLang="en-US" sz="1400" dirty="0" err="1"/>
              <a:t>넣어놨으니까</a:t>
            </a:r>
            <a:endParaRPr lang="en-US" altLang="ko-KR" sz="1400" dirty="0"/>
          </a:p>
          <a:p>
            <a:r>
              <a:rPr lang="ko-KR" altLang="en-US" sz="1400" dirty="0"/>
              <a:t>이거 하면서 불투명으로 </a:t>
            </a:r>
            <a:r>
              <a:rPr lang="ko-KR" altLang="en-US" sz="1400" dirty="0" err="1"/>
              <a:t>고쳐주셈</a:t>
            </a:r>
            <a:r>
              <a:rPr lang="ko-KR" altLang="en-US" sz="1400" dirty="0"/>
              <a:t> </a:t>
            </a:r>
            <a:r>
              <a:rPr lang="ko-KR" altLang="en-US" sz="1400" dirty="0" err="1"/>
              <a:t>ㅋㅋ</a:t>
            </a:r>
            <a:r>
              <a:rPr lang="en-US" altLang="ko-KR" sz="1400" dirty="0"/>
              <a:t>;</a:t>
            </a:r>
          </a:p>
          <a:p>
            <a:r>
              <a:rPr lang="en-US" altLang="ko-KR" sz="1400" dirty="0"/>
              <a:t>DAY -1</a:t>
            </a:r>
            <a:r>
              <a:rPr lang="ko-KR" altLang="en-US" sz="1400" dirty="0"/>
              <a:t>이라고 며칠차인지 표기하는 텍스트 </a:t>
            </a:r>
            <a:r>
              <a:rPr lang="ko-KR" altLang="en-US" sz="1400" dirty="0" err="1"/>
              <a:t>넣어놨고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상단에 체크마크도 </a:t>
            </a:r>
            <a:r>
              <a:rPr lang="ko-KR" altLang="en-US" sz="1400" dirty="0" err="1"/>
              <a:t>배치해놓음</a:t>
            </a:r>
            <a:r>
              <a:rPr lang="en-US" altLang="ko-KR" sz="1400" dirty="0"/>
              <a:t>.</a:t>
            </a:r>
          </a:p>
          <a:p>
            <a:r>
              <a:rPr lang="ko-KR" altLang="en-US" sz="1400" dirty="0"/>
              <a:t>추가 의뢰 기능이 </a:t>
            </a:r>
            <a:r>
              <a:rPr lang="en-US" altLang="ko-KR" sz="1400" dirty="0"/>
              <a:t>3</a:t>
            </a:r>
            <a:r>
              <a:rPr lang="ko-KR" altLang="en-US" sz="1400" dirty="0"/>
              <a:t>번까지 되기 때문에 그걸 표기하는 기능임</a:t>
            </a:r>
            <a:endParaRPr lang="en-US" altLang="ko-KR" sz="1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A05CA03-6C47-AEF8-B806-242F92957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8266" y="2550174"/>
            <a:ext cx="2730568" cy="185288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4E09FD7-166A-9E15-4F61-7B67091E9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9810" y="5211723"/>
            <a:ext cx="1721801" cy="143483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5C1C33C-1E2C-387C-0EC6-2E60513ECC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8227" y="3752504"/>
            <a:ext cx="1663384" cy="139653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69F0049-3444-56D1-7639-CBA8BF451B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3181" y="4349403"/>
            <a:ext cx="1721801" cy="1487237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1CD9371-5452-4D72-880A-38866FFE19A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13773" y="5066820"/>
            <a:ext cx="1838582" cy="571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648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CACE6-D6A6-4DC4-D160-15AB88D04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4392E95-E307-6C5F-33B7-F735601F727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54957C-E100-CC9C-E286-8EEA26B7F850}"/>
              </a:ext>
            </a:extLst>
          </p:cNvPr>
          <p:cNvSpPr txBox="1"/>
          <p:nvPr/>
        </p:nvSpPr>
        <p:spPr>
          <a:xfrm>
            <a:off x="669637" y="563419"/>
            <a:ext cx="1061719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방해 타일 타격 금지 유물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유물 </a:t>
            </a:r>
            <a:r>
              <a:rPr lang="en-US" altLang="ko-KR" dirty="0"/>
              <a:t>‘</a:t>
            </a:r>
            <a:r>
              <a:rPr lang="ko-KR" altLang="en-US" dirty="0"/>
              <a:t>흔들리는 발판</a:t>
            </a:r>
            <a:r>
              <a:rPr lang="en-US" altLang="ko-KR" dirty="0"/>
              <a:t>’(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 - [</a:t>
            </a:r>
            <a:r>
              <a:rPr lang="ko-KR" altLang="en-US" dirty="0"/>
              <a:t>불안정</a:t>
            </a:r>
            <a:r>
              <a:rPr lang="en-US" altLang="ko-KR" dirty="0"/>
              <a:t>] </a:t>
            </a:r>
            <a:r>
              <a:rPr lang="ko-KR" altLang="en-US" dirty="0"/>
              <a:t>부여</a:t>
            </a:r>
            <a:r>
              <a:rPr lang="en-US" altLang="ko-KR" dirty="0"/>
              <a:t>, </a:t>
            </a:r>
            <a:r>
              <a:rPr lang="ko-KR" altLang="en-US" dirty="0"/>
              <a:t>불안정 태그 카드 등장 </a:t>
            </a:r>
            <a:r>
              <a:rPr lang="en-US" altLang="ko-KR" dirty="0">
                <a:solidFill>
                  <a:srgbClr val="C00000"/>
                </a:solidFill>
              </a:rPr>
              <a:t>&lt;&lt;</a:t>
            </a:r>
            <a:r>
              <a:rPr lang="ko-KR" altLang="en-US" dirty="0">
                <a:solidFill>
                  <a:srgbClr val="C00000"/>
                </a:solidFill>
              </a:rPr>
              <a:t>특정 층 반드시 등장</a:t>
            </a:r>
            <a:endParaRPr lang="en-US" altLang="ko-KR" dirty="0">
              <a:solidFill>
                <a:srgbClr val="C00000"/>
              </a:solidFill>
            </a:endParaRPr>
          </a:p>
          <a:p>
            <a:endParaRPr lang="en-US" altLang="ko-KR" dirty="0"/>
          </a:p>
          <a:p>
            <a:r>
              <a:rPr lang="ko-KR" altLang="en-US" b="1" dirty="0"/>
              <a:t>불안정 </a:t>
            </a:r>
            <a:r>
              <a:rPr lang="en-US" altLang="ko-KR" b="1" dirty="0"/>
              <a:t>UI </a:t>
            </a:r>
            <a:r>
              <a:rPr lang="en-US" altLang="ko-KR" dirty="0"/>
              <a:t>– </a:t>
            </a:r>
            <a:r>
              <a:rPr lang="ko-KR" altLang="en-US" dirty="0"/>
              <a:t>캐릭터 옆에 게이지 추가 </a:t>
            </a:r>
            <a:r>
              <a:rPr lang="en-US" altLang="ko-KR" dirty="0"/>
              <a:t>/ </a:t>
            </a:r>
            <a:r>
              <a:rPr lang="ko-KR" altLang="en-US" dirty="0"/>
              <a:t>마우스 </a:t>
            </a:r>
            <a:r>
              <a:rPr lang="ko-KR" altLang="en-US" dirty="0" err="1"/>
              <a:t>오버시</a:t>
            </a:r>
            <a:r>
              <a:rPr lang="ko-KR" altLang="en-US" dirty="0"/>
              <a:t> 설명 표기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최대 </a:t>
            </a:r>
            <a:r>
              <a:rPr lang="en-US" altLang="ko-KR" dirty="0"/>
              <a:t>10 / </a:t>
            </a:r>
            <a:r>
              <a:rPr lang="ko-KR" altLang="en-US" dirty="0"/>
              <a:t>방해 타일 </a:t>
            </a:r>
            <a:r>
              <a:rPr lang="ko-KR" altLang="en-US" dirty="0" err="1"/>
              <a:t>타격시</a:t>
            </a:r>
            <a:r>
              <a:rPr lang="ko-KR" altLang="en-US" dirty="0"/>
              <a:t> </a:t>
            </a:r>
            <a:r>
              <a:rPr lang="en-US" altLang="ko-KR" dirty="0"/>
              <a:t>+ 1 / 10 </a:t>
            </a:r>
            <a:r>
              <a:rPr lang="ko-KR" altLang="en-US" dirty="0" err="1"/>
              <a:t>달성시</a:t>
            </a:r>
            <a:r>
              <a:rPr lang="ko-KR" altLang="en-US" dirty="0"/>
              <a:t> 게임 오버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유물</a:t>
            </a:r>
            <a:endParaRPr lang="en-US" altLang="ko-KR" b="1" dirty="0"/>
          </a:p>
          <a:p>
            <a:r>
              <a:rPr lang="ko-KR" altLang="en-US" dirty="0"/>
              <a:t>불안정</a:t>
            </a:r>
            <a:r>
              <a:rPr lang="en-US" altLang="ko-KR" dirty="0"/>
              <a:t> </a:t>
            </a:r>
            <a:r>
              <a:rPr lang="ko-KR" altLang="en-US" dirty="0"/>
              <a:t>룬 </a:t>
            </a:r>
            <a:r>
              <a:rPr lang="en-US" altLang="ko-KR" dirty="0"/>
              <a:t>– </a:t>
            </a:r>
            <a:r>
              <a:rPr lang="ko-KR" altLang="en-US" dirty="0"/>
              <a:t>불안정이 </a:t>
            </a:r>
            <a:r>
              <a:rPr lang="en-US" altLang="ko-KR" dirty="0"/>
              <a:t>1 </a:t>
            </a:r>
            <a:r>
              <a:rPr lang="ko-KR" altLang="en-US" dirty="0"/>
              <a:t>이하로 내려가지 않음</a:t>
            </a:r>
            <a:r>
              <a:rPr lang="en-US" altLang="ko-KR" dirty="0"/>
              <a:t>(</a:t>
            </a:r>
            <a:r>
              <a:rPr lang="ko-KR" altLang="en-US" dirty="0"/>
              <a:t>이미 불안정 룬을 가지고 있다면 다음 단계로 변경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불안정 룬</a:t>
            </a:r>
            <a:r>
              <a:rPr lang="en-US" altLang="ko-KR" dirty="0"/>
              <a:t>+ - </a:t>
            </a:r>
            <a:r>
              <a:rPr lang="ko-KR" altLang="en-US" dirty="0"/>
              <a:t>불안정이 </a:t>
            </a:r>
            <a:r>
              <a:rPr lang="en-US" altLang="ko-KR" dirty="0"/>
              <a:t>2 </a:t>
            </a:r>
            <a:r>
              <a:rPr lang="ko-KR" altLang="en-US" dirty="0"/>
              <a:t>이하로 내려가지 않음</a:t>
            </a:r>
            <a:endParaRPr lang="en-US" altLang="ko-KR" dirty="0"/>
          </a:p>
          <a:p>
            <a:r>
              <a:rPr lang="ko-KR" altLang="en-US" dirty="0"/>
              <a:t>불안정 룬</a:t>
            </a:r>
            <a:r>
              <a:rPr lang="en-US" altLang="ko-KR" dirty="0"/>
              <a:t>++ - </a:t>
            </a:r>
            <a:r>
              <a:rPr lang="ko-KR" altLang="en-US" dirty="0"/>
              <a:t>불안정이 </a:t>
            </a:r>
            <a:r>
              <a:rPr lang="en-US" altLang="ko-KR" dirty="0"/>
              <a:t>3 </a:t>
            </a:r>
            <a:r>
              <a:rPr lang="ko-KR" altLang="en-US" dirty="0"/>
              <a:t>이하로 내려가지 않음</a:t>
            </a:r>
            <a:r>
              <a:rPr lang="en-US" altLang="ko-KR" dirty="0"/>
              <a:t>… </a:t>
            </a:r>
            <a:r>
              <a:rPr lang="ko-KR" altLang="en-US" dirty="0"/>
              <a:t>등으로 총 타격 횟수 낮춰 난이도 올리기</a:t>
            </a:r>
            <a:endParaRPr lang="en-US" altLang="ko-KR" dirty="0"/>
          </a:p>
          <a:p>
            <a:r>
              <a:rPr lang="en-US" altLang="ko-KR" dirty="0"/>
              <a:t>‘</a:t>
            </a:r>
            <a:r>
              <a:rPr lang="ko-KR" altLang="en-US" dirty="0"/>
              <a:t>무너지는 발판</a:t>
            </a:r>
            <a:r>
              <a:rPr lang="en-US" altLang="ko-KR" dirty="0"/>
              <a:t>’ – [</a:t>
            </a:r>
            <a:r>
              <a:rPr lang="ko-KR" altLang="en-US" dirty="0"/>
              <a:t>불안정</a:t>
            </a:r>
            <a:r>
              <a:rPr lang="en-US" altLang="ko-KR" dirty="0"/>
              <a:t>]</a:t>
            </a:r>
            <a:r>
              <a:rPr lang="ko-KR" altLang="en-US" dirty="0"/>
              <a:t>이 초기화 되지 않음 </a:t>
            </a:r>
            <a:r>
              <a:rPr lang="en-US" altLang="ko-KR" dirty="0">
                <a:solidFill>
                  <a:srgbClr val="C00000"/>
                </a:solidFill>
              </a:rPr>
              <a:t>&lt;&lt;</a:t>
            </a:r>
            <a:r>
              <a:rPr lang="ko-KR" altLang="en-US" dirty="0">
                <a:solidFill>
                  <a:srgbClr val="C00000"/>
                </a:solidFill>
              </a:rPr>
              <a:t>특정 층 반드시 등장</a:t>
            </a:r>
            <a:endParaRPr lang="en-US" altLang="ko-KR" dirty="0">
              <a:solidFill>
                <a:srgbClr val="C00000"/>
              </a:solidFill>
            </a:endParaRPr>
          </a:p>
          <a:p>
            <a:endParaRPr lang="en-US" altLang="ko-KR" dirty="0"/>
          </a:p>
          <a:p>
            <a:r>
              <a:rPr lang="ko-KR" altLang="en-US" b="1" dirty="0"/>
              <a:t>카드</a:t>
            </a:r>
            <a:endParaRPr lang="en-US" altLang="ko-KR" b="1" dirty="0"/>
          </a:p>
          <a:p>
            <a:r>
              <a:rPr lang="en-US" altLang="ko-KR" dirty="0"/>
              <a:t> </a:t>
            </a:r>
            <a:r>
              <a:rPr lang="ko-KR" altLang="en-US" dirty="0"/>
              <a:t>불안정 회복</a:t>
            </a:r>
            <a:r>
              <a:rPr lang="en-US" altLang="ko-KR" dirty="0"/>
              <a:t>, </a:t>
            </a:r>
            <a:r>
              <a:rPr lang="ko-KR" altLang="en-US" dirty="0"/>
              <a:t>불안정 방지 카드</a:t>
            </a:r>
            <a:r>
              <a:rPr lang="en-US" altLang="ko-KR" dirty="0"/>
              <a:t>, </a:t>
            </a:r>
            <a:r>
              <a:rPr lang="ko-KR" altLang="en-US" dirty="0"/>
              <a:t>불안정을 증가하고 보너스를 받는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등을 </a:t>
            </a:r>
            <a:r>
              <a:rPr lang="en-US" altLang="ko-KR" dirty="0"/>
              <a:t>[</a:t>
            </a:r>
            <a:r>
              <a:rPr lang="ko-KR" altLang="en-US" dirty="0"/>
              <a:t>불안정</a:t>
            </a:r>
            <a:r>
              <a:rPr lang="en-US" altLang="ko-KR" dirty="0"/>
              <a:t>]</a:t>
            </a:r>
            <a:r>
              <a:rPr lang="ko-KR" altLang="en-US" dirty="0"/>
              <a:t> 태그 달고 추가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791738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</TotalTime>
  <Words>1044</Words>
  <Application>Microsoft Office PowerPoint</Application>
  <PresentationFormat>와이드스크린</PresentationFormat>
  <Paragraphs>182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HOME</dc:creator>
  <cp:lastModifiedBy>퓨 체</cp:lastModifiedBy>
  <cp:revision>9</cp:revision>
  <dcterms:created xsi:type="dcterms:W3CDTF">2026-01-12T19:58:29Z</dcterms:created>
  <dcterms:modified xsi:type="dcterms:W3CDTF">2026-04-24T05:54:26Z</dcterms:modified>
</cp:coreProperties>
</file>