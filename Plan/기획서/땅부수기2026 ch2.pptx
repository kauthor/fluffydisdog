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FC52C-51BC-8807-7CBD-38BE7EF6E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A1B9274-94C6-6397-94FE-D48153D233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7A06DA-0EEB-92D8-6D10-10028AE5D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DB644D-8C91-D65F-3F68-BE623534C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C0FAB0-5423-50E7-7C7F-2D2A825D7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511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73EB16-EC46-1930-BF50-0E344BF2C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0521C9-E0A2-7DB7-BDD6-6FA8BC140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A3C1F7-AC3E-2920-A88C-E400F0A66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D87632-26B8-8710-FDBB-1EE54BEC3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94BF45-CF83-9AAF-C989-DE6FCC696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085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FD1636-AC19-CC97-23D1-4DA7D731F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917DA2-3AB4-F16C-817C-A70907BA8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907027-5C37-07F3-1B43-019E15802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FB8DBF-5490-AACA-5A3D-49641A8F7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F8193D-2EE7-18D8-90BC-E45719FB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737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F401DB-DEAA-22E7-3FBF-6F96D0BC3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AACD5A-5963-ADDF-9D46-B78C0A17C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ED062D-4CF7-D447-944F-DB07EDE3C8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633EA4-3F63-0653-4215-2B34CBD59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3CE5CA-F7E5-C265-319C-3D707CADB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098371-0E47-999F-4166-35FADB44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1413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FDDBE0-56D4-6D7E-0F93-A8A50807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FAD03B-E156-BDF5-A78B-9C3277BB0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9B20DE-3749-AC01-3207-2664BC68C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821E1BA-B1B1-962D-B74E-B97D8B89E5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64205A5-DDEC-560C-49C4-13A4E50411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90FBC-AB7E-588C-2BB2-87DC80C1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AAF472-D8CD-0F60-646C-4373B165A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B1136FB-2295-3978-D693-51B44B0DA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703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31DBC9-453A-A11A-965D-35592C8D1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12E5160-ED96-F7FA-CDAF-EB7544C44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95B22C-8D3B-3591-DBFE-BA035C35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D3BF95-426E-504C-3F22-7D6E3B3E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375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FC915CC-8AC9-C07B-89C9-51FACB76B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1C98CCC-BE3C-3CB9-29B1-7D5D63A1F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10CA7F-BBE4-8E37-2933-37FCFF192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176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1F851B-A1D3-F4A3-9895-B2302E0B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47090F-3302-61B9-83A4-7ABC3A45B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3F9F86-D5D3-69E4-5730-4DD19EC1C8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D746C13-572E-1681-FF05-04B696CC0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21170B-7035-FAA2-F634-59ABA1AB2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C11BD6-22B5-781E-09FA-BD423A336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3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5CF2BC-0D51-D4DE-3D9D-F9030BFA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6F426AC-158F-8D3B-7E35-6587F2BAEE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9212A5-BF44-51E5-8961-20B0E1F8C4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1B8ABA-90A6-59DD-BC67-6F9F3D1CA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256D6-17FB-1F99-9584-59EA4E93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A41C2D-E737-A777-5568-B39BFA0B0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716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7F8F9D-697C-D810-18B7-B88F6317E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0ADAF7-8F9F-DD79-458C-B135AED151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F15EED-85CD-86B5-B4F2-0C6A86D5F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1A9CD7-FEE3-EFC1-AE5C-70E4AECBF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75A413-14B6-A2F1-F9D7-74B4529D8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659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0FB538D-BB1D-9947-01AF-18E0D1A55C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D35231E-D3B5-87AA-1E8A-A7D206797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C82B3C-C0A0-F903-1237-702C11890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A35CA6-5C05-6676-A34A-2A34144A1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71500-243D-4394-3D8C-549F0AAE7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5491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6A50DC-F643-3DAD-5236-362636E0D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2258B4-2416-A725-464B-696E5E6A3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91CC02-A4AF-7335-03CF-697F848D12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FDF62A-CEF3-4A4B-9978-8C575DC3A030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75F3F6-BA18-B586-CC63-9039CF636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91DFAE-8A24-BF72-9546-ED6BBACBDC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471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8A12E9-F9D9-CFEE-2869-AF4705C5E089}"/>
              </a:ext>
            </a:extLst>
          </p:cNvPr>
          <p:cNvSpPr txBox="1"/>
          <p:nvPr/>
        </p:nvSpPr>
        <p:spPr>
          <a:xfrm>
            <a:off x="748145" y="591127"/>
            <a:ext cx="3712876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목차</a:t>
            </a:r>
            <a:endParaRPr lang="en-US" altLang="ko-KR" b="1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인 게임 </a:t>
            </a:r>
            <a:r>
              <a:rPr lang="en-US" altLang="ko-KR" dirty="0"/>
              <a:t>– </a:t>
            </a:r>
            <a:r>
              <a:rPr lang="ko-KR" altLang="en-US" dirty="0"/>
              <a:t>타일 타격 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 err="1"/>
              <a:t>인게임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추가 기능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유물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의뢰 설명문</a:t>
            </a:r>
            <a:endParaRPr lang="en-US" altLang="ko-KR" dirty="0"/>
          </a:p>
          <a:p>
            <a:r>
              <a:rPr lang="en-US" altLang="ko-KR" dirty="0"/>
              <a:t>	</a:t>
            </a:r>
          </a:p>
          <a:p>
            <a:r>
              <a:rPr lang="en-US" altLang="ko-KR" dirty="0"/>
              <a:t>-</a:t>
            </a:r>
          </a:p>
          <a:p>
            <a:endParaRPr lang="en-US" altLang="ko-KR" dirty="0"/>
          </a:p>
          <a:p>
            <a:r>
              <a:rPr lang="en-US" altLang="ko-KR" dirty="0"/>
              <a:t>-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5198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BB6F7CB-F708-ED01-7B34-218CC45D05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711" y="1256147"/>
            <a:ext cx="1390650" cy="19812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B03452-EB6E-CA88-84E1-FEF920C8E0F2}"/>
              </a:ext>
            </a:extLst>
          </p:cNvPr>
          <p:cNvSpPr txBox="1"/>
          <p:nvPr/>
        </p:nvSpPr>
        <p:spPr>
          <a:xfrm>
            <a:off x="463452" y="563419"/>
            <a:ext cx="1733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타일 타격 연출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512066-2C29-3FDA-34FC-37EFB1A99550}"/>
              </a:ext>
            </a:extLst>
          </p:cNvPr>
          <p:cNvSpPr txBox="1"/>
          <p:nvPr/>
        </p:nvSpPr>
        <p:spPr>
          <a:xfrm>
            <a:off x="475286" y="3429000"/>
            <a:ext cx="7792903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타일에 타격을 가하는 카드 사용시</a:t>
            </a:r>
            <a:endParaRPr lang="en-US" altLang="ko-KR" dirty="0"/>
          </a:p>
          <a:p>
            <a:r>
              <a:rPr lang="ko-KR" altLang="en-US" dirty="0"/>
              <a:t>기존 위치에서 좌로 </a:t>
            </a:r>
            <a:r>
              <a:rPr lang="en-US" altLang="ko-KR" dirty="0"/>
              <a:t>1px </a:t>
            </a:r>
            <a:r>
              <a:rPr lang="ko-KR" altLang="en-US" dirty="0"/>
              <a:t>우로 </a:t>
            </a:r>
            <a:r>
              <a:rPr lang="en-US" altLang="ko-KR" dirty="0"/>
              <a:t>1px</a:t>
            </a:r>
            <a:r>
              <a:rPr lang="ko-KR" altLang="en-US" dirty="0"/>
              <a:t>씩 흔들리는 연출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타일 파괴 시</a:t>
            </a:r>
            <a:r>
              <a:rPr lang="en-US" altLang="ko-KR" dirty="0"/>
              <a:t>,</a:t>
            </a:r>
            <a:r>
              <a:rPr lang="ko-KR" altLang="en-US" dirty="0"/>
              <a:t> 파편이 나와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  <a:p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예시 </a:t>
            </a:r>
            <a:r>
              <a:rPr lang="ko-KR" altLang="en-US" dirty="0" err="1">
                <a:solidFill>
                  <a:srgbClr val="FF0000"/>
                </a:solidFill>
              </a:rPr>
              <a:t>파티클은</a:t>
            </a:r>
            <a:r>
              <a:rPr lang="ko-KR" altLang="en-US" dirty="0">
                <a:solidFill>
                  <a:srgbClr val="FF0000"/>
                </a:solidFill>
              </a:rPr>
              <a:t> 포토샵 노가다로 표현했기 때문에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실제 연출과 모양이나 개수가 크게 변할 수 있음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/>
              <a:t>타일 파괴 실패 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타격한 타일만 기존 위치에서 위로 </a:t>
            </a:r>
            <a:r>
              <a:rPr lang="en-US" altLang="ko-KR" dirty="0"/>
              <a:t>1px, </a:t>
            </a:r>
            <a:r>
              <a:rPr lang="ko-KR" altLang="en-US" dirty="0"/>
              <a:t>아래로 </a:t>
            </a:r>
            <a:r>
              <a:rPr lang="en-US" altLang="ko-KR" dirty="0"/>
              <a:t>1px </a:t>
            </a:r>
            <a:r>
              <a:rPr lang="ko-KR" altLang="en-US" dirty="0"/>
              <a:t>추가로 흔들리는 연출</a:t>
            </a:r>
            <a:endParaRPr lang="en-US" altLang="ko-KR" dirty="0"/>
          </a:p>
          <a:p>
            <a:r>
              <a:rPr lang="ko-KR" altLang="en-US" dirty="0"/>
              <a:t>작은 먼지만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C4B3D01-F753-4AB9-ACC0-C4F8A5012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590" y="1256147"/>
            <a:ext cx="1390650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530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93</Words>
  <Application>Microsoft Office PowerPoint</Application>
  <PresentationFormat>와이드스크린</PresentationFormat>
  <Paragraphs>27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HOME</dc:creator>
  <cp:lastModifiedBy>HOME</cp:lastModifiedBy>
  <cp:revision>1</cp:revision>
  <dcterms:created xsi:type="dcterms:W3CDTF">2026-01-12T19:58:29Z</dcterms:created>
  <dcterms:modified xsi:type="dcterms:W3CDTF">2026-01-12T20:25:40Z</dcterms:modified>
</cp:coreProperties>
</file>