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1" r:id="rId6"/>
    <p:sldId id="263" r:id="rId7"/>
    <p:sldId id="262" r:id="rId8"/>
    <p:sldId id="264" r:id="rId9"/>
    <p:sldId id="265" r:id="rId10"/>
    <p:sldId id="260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E24B9-7E34-44AC-84F3-4EDCA69811A9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0139E7-B41F-44EB-9691-265EF159DE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356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0139E7-B41F-44EB-9691-265EF159DEB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06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gif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2" action="ppaction://hlinksldjump"/>
              </a:rPr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3" action="ppaction://hlinksldjump"/>
              </a:rPr>
              <a:t>팝업 접기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pPr lvl="2"/>
            <a:r>
              <a:rPr lang="ko-KR" altLang="en-US" dirty="0">
                <a:hlinkClick r:id="rId4" action="ppaction://hlinksldjump"/>
              </a:rPr>
              <a:t>점수 </a:t>
            </a:r>
            <a:r>
              <a:rPr lang="ko-KR" altLang="en-US" dirty="0" err="1">
                <a:hlinkClick r:id="rId4" action="ppaction://hlinksldjump"/>
              </a:rPr>
              <a:t>정보표</a:t>
            </a:r>
            <a:r>
              <a:rPr lang="en-US" altLang="ko-KR" dirty="0">
                <a:hlinkClick r:id="rId4" action="ppaction://hlinksldjump"/>
              </a:rPr>
              <a:t>(</a:t>
            </a:r>
            <a:r>
              <a:rPr lang="ko-KR" altLang="en-US" dirty="0">
                <a:hlinkClick r:id="rId4" action="ppaction://hlinksldjump"/>
              </a:rPr>
              <a:t>태그</a:t>
            </a:r>
            <a:r>
              <a:rPr lang="en-US" altLang="ko-KR" dirty="0">
                <a:hlinkClick r:id="rId4" action="ppaction://hlinksldjump"/>
              </a:rPr>
              <a:t>)</a:t>
            </a:r>
            <a:endParaRPr lang="en-US" altLang="ko-KR" dirty="0"/>
          </a:p>
          <a:p>
            <a:pPr lvl="2"/>
            <a:r>
              <a:rPr lang="ko-KR" altLang="en-US" dirty="0">
                <a:hlinkClick r:id="rId5" action="ppaction://hlinksldjump"/>
              </a:rPr>
              <a:t>점수 </a:t>
            </a:r>
            <a:r>
              <a:rPr lang="ko-KR" altLang="en-US" dirty="0" err="1">
                <a:hlinkClick r:id="rId5" action="ppaction://hlinksldjump"/>
              </a:rPr>
              <a:t>정보표</a:t>
            </a:r>
            <a:r>
              <a:rPr lang="en-US" altLang="ko-KR" dirty="0">
                <a:hlinkClick r:id="rId5" action="ppaction://hlinksldjump"/>
              </a:rPr>
              <a:t>(</a:t>
            </a:r>
            <a:r>
              <a:rPr lang="ko-KR" altLang="en-US" dirty="0">
                <a:hlinkClick r:id="rId5" action="ppaction://hlinksldjump"/>
              </a:rPr>
              <a:t>타일</a:t>
            </a:r>
            <a:r>
              <a:rPr lang="en-US" altLang="ko-KR" dirty="0">
                <a:hlinkClick r:id="rId5" action="ppaction://hlinksldjump"/>
              </a:rPr>
              <a:t>)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혹은 파괴는 안 하고 태그만 부여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D5229C-BA23-1A2C-B44A-1400A0C4D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286" y="1130118"/>
            <a:ext cx="2101515" cy="21015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9068B35-E3A0-BA86-9285-ABAEEE16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4926" y="1130118"/>
            <a:ext cx="2101515" cy="21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별 </a:t>
            </a:r>
            <a:r>
              <a:rPr lang="en-US" altLang="ko-KR" b="1" dirty="0"/>
              <a:t>(</a:t>
            </a:r>
            <a:r>
              <a:rPr lang="ko-KR" altLang="en-US" b="1" dirty="0"/>
              <a:t>즐겨찾기</a:t>
            </a:r>
            <a:r>
              <a:rPr lang="en-US" altLang="ko-KR" b="1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유저가 즐겨찾기 한 게 맨 위로 올라옴</a:t>
            </a:r>
            <a:r>
              <a:rPr lang="en-US" altLang="ko-KR" dirty="0"/>
              <a:t>(</a:t>
            </a:r>
            <a:r>
              <a:rPr lang="ko-KR" altLang="en-US" dirty="0"/>
              <a:t>유저가 별 </a:t>
            </a:r>
            <a:r>
              <a:rPr lang="ko-KR" altLang="en-US" dirty="0" err="1"/>
              <a:t>누른거</a:t>
            </a:r>
            <a:r>
              <a:rPr lang="ko-KR" altLang="en-US" dirty="0"/>
              <a:t> 순서대로 맨 위로 올라감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캐릭터별 권장 태그가 기본적으로 즐겨찾기 되어있을까</a:t>
            </a:r>
            <a:r>
              <a:rPr lang="en-US" altLang="ko-KR" dirty="0"/>
              <a:t>?</a:t>
            </a:r>
            <a:r>
              <a:rPr lang="ko-KR" altLang="en-US" dirty="0"/>
              <a:t>하는 얘기가 있었음</a:t>
            </a:r>
            <a:r>
              <a:rPr lang="en-US" altLang="ko-KR" dirty="0"/>
              <a:t>(</a:t>
            </a:r>
            <a:r>
              <a:rPr lang="ko-KR" altLang="en-US" dirty="0"/>
              <a:t>중요하진 않음</a:t>
            </a:r>
            <a:r>
              <a:rPr lang="en-US" altLang="ko-KR" dirty="0"/>
              <a:t>. </a:t>
            </a:r>
            <a:r>
              <a:rPr lang="ko-KR" altLang="en-US" dirty="0"/>
              <a:t>있음 좋음</a:t>
            </a:r>
            <a:r>
              <a:rPr lang="en-US" altLang="ko-KR" dirty="0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498764"/>
            <a:ext cx="563254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이건 보물같이 게임 도중 등장하는 상황에서만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텍스트 버튼</a:t>
            </a:r>
            <a:r>
              <a:rPr lang="en-US" altLang="ko-KR" dirty="0"/>
              <a:t>(         )</a:t>
            </a:r>
            <a:r>
              <a:rPr lang="ko-KR" altLang="en-US" dirty="0"/>
              <a:t>은 마우스 오버 시 밑줄로 강조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화면의            처럼</a:t>
            </a:r>
            <a:r>
              <a:rPr lang="en-US" altLang="ko-KR" dirty="0"/>
              <a:t>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B8E10C-0550-C43C-1436-8F780562C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78" y="5942200"/>
            <a:ext cx="571500" cy="1238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0BA9FB4-BA95-4DA8-54B2-B329E84D6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073865"/>
            <a:ext cx="400050" cy="1143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827A0D-6C5D-3751-5362-192685129FD3}"/>
              </a:ext>
            </a:extLst>
          </p:cNvPr>
          <p:cNvSpPr txBox="1"/>
          <p:nvPr/>
        </p:nvSpPr>
        <p:spPr>
          <a:xfrm>
            <a:off x="5067331" y="4770935"/>
            <a:ext cx="5632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Select all</a:t>
            </a:r>
            <a:r>
              <a:rPr lang="ko-KR" altLang="en-US" sz="1200" dirty="0"/>
              <a:t>과 </a:t>
            </a:r>
            <a:r>
              <a:rPr lang="en-US" altLang="ko-KR" sz="1200" dirty="0"/>
              <a:t>next</a:t>
            </a:r>
            <a:r>
              <a:rPr lang="ko-KR" altLang="en-US" sz="1200" dirty="0"/>
              <a:t>→</a:t>
            </a:r>
            <a:endParaRPr lang="en-US" altLang="ko-KR" sz="12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B8C2ED8-19D8-1958-71D9-B08EBC83C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6950" y="5745305"/>
            <a:ext cx="361950" cy="1428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4B90EFF-89C7-9F20-9320-4D0E17D7A0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206637"/>
            <a:ext cx="361950" cy="14287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2DE3363-924C-4955-4180-D22F18FC28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7656" y="6361057"/>
            <a:ext cx="885949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FFCF-0173-664E-02CD-62329083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12B82F-4E26-76D1-C2A8-19F2A1D427DE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팝업 접기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FC37F6-4F7D-792F-A53B-93FD55C60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49" y="1136217"/>
            <a:ext cx="4497637" cy="9696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9AC6A-2D6A-00A1-45B7-55DAFFBCD4FB}"/>
              </a:ext>
            </a:extLst>
          </p:cNvPr>
          <p:cNvSpPr txBox="1"/>
          <p:nvPr/>
        </p:nvSpPr>
        <p:spPr>
          <a:xfrm>
            <a:off x="5089237" y="1254099"/>
            <a:ext cx="5632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▽접기 버튼</a:t>
            </a:r>
            <a:endParaRPr lang="en-US" altLang="ko-KR" b="1" dirty="0"/>
          </a:p>
          <a:p>
            <a:r>
              <a:rPr lang="ko-KR" altLang="en-US" dirty="0"/>
              <a:t>빨간색 라인 너머</a:t>
            </a:r>
            <a:r>
              <a:rPr lang="en-US" altLang="ko-KR" dirty="0"/>
              <a:t> (</a:t>
            </a:r>
            <a:r>
              <a:rPr lang="ko-KR" altLang="en-US" dirty="0"/>
              <a:t>클릭 범위</a:t>
            </a:r>
            <a:r>
              <a:rPr lang="en-US" altLang="ko-KR" dirty="0"/>
              <a:t>)</a:t>
            </a:r>
            <a:r>
              <a:rPr lang="ko-KR" altLang="en-US" dirty="0"/>
              <a:t>로 마우스를 올리면</a:t>
            </a:r>
            <a:endParaRPr lang="en-US" altLang="ko-KR" dirty="0"/>
          </a:p>
          <a:p>
            <a:r>
              <a:rPr lang="ko-KR" altLang="en-US" dirty="0"/>
              <a:t>튀어나오는 연출</a:t>
            </a:r>
            <a:endParaRPr lang="en-US" altLang="ko-KR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082E08D-C445-70FC-EE19-6443344B3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52" y="2341299"/>
            <a:ext cx="5004475" cy="28192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AD259D0-9C4F-355A-8046-0AAEDA291B2F}"/>
              </a:ext>
            </a:extLst>
          </p:cNvPr>
          <p:cNvSpPr txBox="1"/>
          <p:nvPr/>
        </p:nvSpPr>
        <p:spPr>
          <a:xfrm>
            <a:off x="5601855" y="2387481"/>
            <a:ext cx="56325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반툼여</a:t>
            </a:r>
            <a:r>
              <a:rPr lang="ko-KR" altLang="en-US" dirty="0"/>
              <a:t> 어두운 배경</a:t>
            </a:r>
            <a:r>
              <a:rPr lang="en-US" altLang="ko-KR" dirty="0"/>
              <a:t>(</a:t>
            </a:r>
            <a:r>
              <a:rPr lang="ko-KR" altLang="en-US" dirty="0" err="1"/>
              <a:t>틸드처리</a:t>
            </a:r>
            <a:r>
              <a:rPr lang="en-US" altLang="ko-KR" dirty="0"/>
              <a:t>)</a:t>
            </a:r>
            <a:r>
              <a:rPr lang="ko-KR" altLang="en-US" dirty="0"/>
              <a:t>째로</a:t>
            </a:r>
            <a:endParaRPr lang="en-US" altLang="ko-KR" dirty="0"/>
          </a:p>
          <a:p>
            <a:r>
              <a:rPr lang="ko-KR" altLang="en-US" dirty="0"/>
              <a:t>화면 전체가 아래로 접히며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하단에 △펼치기 버튼이</a:t>
            </a:r>
            <a:endParaRPr lang="en-US" altLang="ko-KR" dirty="0"/>
          </a:p>
          <a:p>
            <a:r>
              <a:rPr lang="ko-KR" altLang="en-US" dirty="0"/>
              <a:t>▽접기 버튼과 동일하게 위치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상단은 어림잡아 클릭 범위를 넓게 지정해도 되는데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하단은 카드나 덱</a:t>
            </a:r>
            <a:r>
              <a:rPr lang="en-US" altLang="ko-KR" dirty="0"/>
              <a:t>/</a:t>
            </a:r>
            <a:r>
              <a:rPr lang="ko-KR" altLang="en-US" dirty="0"/>
              <a:t>묘지를 살펴보기 위한 상호작용이 있어서 </a:t>
            </a:r>
            <a:r>
              <a:rPr lang="ko-KR" altLang="en-US" dirty="0" err="1"/>
              <a:t>디테일하게</a:t>
            </a:r>
            <a:r>
              <a:rPr lang="ko-KR" altLang="en-US" dirty="0"/>
              <a:t> 설정해줘야 할 것 같다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주황색으로 표시한 부분을 제외하는 작업</a:t>
            </a:r>
            <a:r>
              <a:rPr lang="en-US" altLang="ko-KR" dirty="0"/>
              <a:t>)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A8D3246-A31F-E36F-D029-045A0505C867}"/>
              </a:ext>
            </a:extLst>
          </p:cNvPr>
          <p:cNvSpPr/>
          <p:nvPr/>
        </p:nvSpPr>
        <p:spPr>
          <a:xfrm>
            <a:off x="2628562" y="5003432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5CB5882F-5825-6523-486C-77ECCA9B3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52" y="5395982"/>
            <a:ext cx="6654784" cy="449948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AE41D8-07D9-56C6-D0DE-0ED15B631A2D}"/>
              </a:ext>
            </a:extLst>
          </p:cNvPr>
          <p:cNvSpPr/>
          <p:nvPr/>
        </p:nvSpPr>
        <p:spPr>
          <a:xfrm>
            <a:off x="450414" y="5576513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B838B-7D58-7E25-26C0-ACC22DD01501}"/>
              </a:ext>
            </a:extLst>
          </p:cNvPr>
          <p:cNvSpPr/>
          <p:nvPr/>
        </p:nvSpPr>
        <p:spPr>
          <a:xfrm>
            <a:off x="4053680" y="5566588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29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r>
              <a:rPr lang="en-US" altLang="ko-KR" dirty="0"/>
              <a:t>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할거임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CF65-8573-38AD-6740-DC4EE5C08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B8A3B0-93A3-0BD5-130B-B94CF503A1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B29910-7E91-1B9C-23EC-B23C31627BE0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E86D04-8310-918D-B542-B4E037F24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132" y="2432261"/>
            <a:ext cx="2286319" cy="149563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B538FC6-9510-F441-E3C1-7BBC42117F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8" y="1271584"/>
            <a:ext cx="4572000" cy="2571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EC943E-F69D-29E4-8DB9-66CE5FEF36AA}"/>
              </a:ext>
            </a:extLst>
          </p:cNvPr>
          <p:cNvSpPr txBox="1"/>
          <p:nvPr/>
        </p:nvSpPr>
        <p:spPr>
          <a:xfrm>
            <a:off x="5433132" y="1271584"/>
            <a:ext cx="6204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번 레이어와 </a:t>
            </a:r>
            <a:r>
              <a:rPr lang="en-US" altLang="ko-KR" dirty="0"/>
              <a:t>4</a:t>
            </a:r>
            <a:r>
              <a:rPr lang="ko-KR" altLang="en-US" dirty="0"/>
              <a:t>번 레이어 사이에</a:t>
            </a:r>
            <a:endParaRPr lang="en-US" altLang="ko-KR" dirty="0"/>
          </a:p>
          <a:p>
            <a:r>
              <a:rPr lang="ko-KR" altLang="en-US" dirty="0"/>
              <a:t>캐릭터를 둬서 캐릭터의 다리가 가려져야 함</a:t>
            </a:r>
            <a:endParaRPr lang="en-US" altLang="ko-KR" dirty="0"/>
          </a:p>
          <a:p>
            <a:r>
              <a:rPr lang="en-US" altLang="ko-KR" dirty="0"/>
              <a:t>AD</a:t>
            </a:r>
            <a:r>
              <a:rPr lang="ko-KR" altLang="en-US" dirty="0"/>
              <a:t>가 주시하고 있으니 배경 </a:t>
            </a:r>
            <a:r>
              <a:rPr lang="ko-KR" altLang="en-US" dirty="0" err="1"/>
              <a:t>프리팹을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번 레이어 앞</a:t>
            </a:r>
            <a:r>
              <a:rPr lang="en-US" altLang="ko-KR" dirty="0"/>
              <a:t>/</a:t>
            </a:r>
            <a:r>
              <a:rPr lang="ko-KR" altLang="en-US" dirty="0"/>
              <a:t>뒤 </a:t>
            </a:r>
            <a:r>
              <a:rPr lang="en-US" altLang="ko-KR" dirty="0"/>
              <a:t>2</a:t>
            </a:r>
            <a:r>
              <a:rPr lang="ko-KR" altLang="en-US" dirty="0"/>
              <a:t>개로 쪼개서라도 적용하는 게 좋음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BB474F-D3E1-161A-76C2-76E0E5C32D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351" y="4161565"/>
            <a:ext cx="4120434" cy="231774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49990EF-93EB-7B97-32E1-6AC7C1F6D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38" y="4077715"/>
            <a:ext cx="3505198" cy="24015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8C39408-9F8E-66BA-4797-272C7487AB6E}"/>
              </a:ext>
            </a:extLst>
          </p:cNvPr>
          <p:cNvSpPr txBox="1"/>
          <p:nvPr/>
        </p:nvSpPr>
        <p:spPr>
          <a:xfrm>
            <a:off x="8552873" y="4161565"/>
            <a:ext cx="317730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덱 리스트 스크롤을 세로로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스크롤 오브젝트를 어떻게 수정하는지 잘 </a:t>
            </a:r>
            <a:r>
              <a:rPr lang="ko-KR" altLang="en-US" dirty="0" err="1"/>
              <a:t>모르겠어서</a:t>
            </a:r>
            <a:endParaRPr lang="en-US" altLang="ko-KR" dirty="0"/>
          </a:p>
          <a:p>
            <a:r>
              <a:rPr lang="ko-KR" altLang="en-US" dirty="0"/>
              <a:t>방치했음</a:t>
            </a:r>
            <a:r>
              <a:rPr lang="en-US" altLang="ko-KR" dirty="0"/>
              <a:t>(</a:t>
            </a:r>
            <a:r>
              <a:rPr lang="ko-KR" altLang="en-US" dirty="0" err="1"/>
              <a:t>잘못건들면</a:t>
            </a:r>
            <a:r>
              <a:rPr lang="ko-KR" altLang="en-US" dirty="0"/>
              <a:t> 빨간 </a:t>
            </a:r>
            <a:r>
              <a:rPr lang="en-US" altLang="ko-KR" dirty="0"/>
              <a:t>X</a:t>
            </a:r>
            <a:r>
              <a:rPr lang="ko-KR" altLang="en-US" dirty="0"/>
              <a:t>뜨면서 깨지던</a:t>
            </a:r>
            <a:r>
              <a:rPr lang="en-US" altLang="ko-KR" dirty="0"/>
              <a:t>)</a:t>
            </a:r>
          </a:p>
          <a:p>
            <a:r>
              <a:rPr lang="ko-KR" altLang="en-US" sz="1400" dirty="0" err="1"/>
              <a:t>덱→카드</a:t>
            </a:r>
            <a:r>
              <a:rPr lang="ko-KR" altLang="en-US" sz="1400" dirty="0"/>
              <a:t> 전체보기 버튼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카드 </a:t>
            </a:r>
            <a:r>
              <a:rPr lang="ko-KR" altLang="en-US" sz="1400" dirty="0" err="1"/>
              <a:t>전체보기→덱으로</a:t>
            </a:r>
            <a:r>
              <a:rPr lang="ko-KR" altLang="en-US" sz="1400" dirty="0"/>
              <a:t> 돌아가는 버튼</a:t>
            </a:r>
            <a:r>
              <a:rPr lang="en-US" altLang="ko-KR" sz="1400" dirty="0"/>
              <a:t>(</a:t>
            </a:r>
            <a:r>
              <a:rPr lang="ko-KR" altLang="en-US" sz="1400" dirty="0"/>
              <a:t>빨간 네모</a:t>
            </a:r>
            <a:r>
              <a:rPr lang="en-US" altLang="ko-KR" sz="1400" dirty="0"/>
              <a:t>) </a:t>
            </a:r>
            <a:r>
              <a:rPr lang="ko-KR" altLang="en-US" sz="1400" dirty="0"/>
              <a:t>추가해두면</a:t>
            </a:r>
            <a:endParaRPr lang="en-US" altLang="ko-KR" sz="1400" dirty="0"/>
          </a:p>
          <a:p>
            <a:r>
              <a:rPr lang="ko-KR" altLang="en-US" sz="1400" dirty="0"/>
              <a:t>아이콘 배치</a:t>
            </a:r>
            <a:r>
              <a:rPr lang="en-US" altLang="ko-KR" sz="1400" dirty="0"/>
              <a:t>/</a:t>
            </a:r>
            <a:r>
              <a:rPr lang="ko-KR" altLang="en-US" sz="1400" dirty="0"/>
              <a:t>이미지 수정 </a:t>
            </a:r>
            <a:r>
              <a:rPr lang="ko-KR" altLang="en-US" sz="1400" dirty="0" err="1"/>
              <a:t>해두겠음</a:t>
            </a:r>
            <a:endParaRPr lang="en-US" altLang="ko-KR" sz="1400" dirty="0"/>
          </a:p>
          <a:p>
            <a:r>
              <a:rPr lang="en-US" altLang="ko-KR" sz="1400" dirty="0"/>
              <a:t>   </a:t>
            </a:r>
            <a:r>
              <a:rPr lang="ko-KR" altLang="en-US" sz="1400" dirty="0"/>
              <a:t>←이 아이콘 써두면 됨</a:t>
            </a:r>
            <a:endParaRPr lang="en-US" altLang="ko-KR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43E8DD9-C4B4-32C5-AC16-DAC4F5CDF7B5}"/>
              </a:ext>
            </a:extLst>
          </p:cNvPr>
          <p:cNvSpPr/>
          <p:nvPr/>
        </p:nvSpPr>
        <p:spPr>
          <a:xfrm>
            <a:off x="4396509" y="6096000"/>
            <a:ext cx="277091" cy="383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CE538F6-F3E9-553E-1C85-EBD6F8ED0D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873" y="6453909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144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29EE9-76A6-FE22-10F6-0641BF36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C92590-A3F4-A76F-52CC-7E80FE3377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3E083E-B01E-1930-5D08-74EE051599D7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r>
              <a:rPr lang="en-US" altLang="ko-KR" b="1" dirty="0"/>
              <a:t>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1A60A88-1BEF-ED99-4A95-4D8728348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66" y="1158873"/>
            <a:ext cx="4120434" cy="23177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ADCD0AF-1D17-94E3-9597-240DE34583BA}"/>
              </a:ext>
            </a:extLst>
          </p:cNvPr>
          <p:cNvSpPr txBox="1"/>
          <p:nvPr/>
        </p:nvSpPr>
        <p:spPr>
          <a:xfrm>
            <a:off x="4790072" y="1158873"/>
            <a:ext cx="699552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덱 볼 때는 </a:t>
            </a:r>
            <a:r>
              <a:rPr lang="en-US" altLang="ko-KR" sz="1400" dirty="0"/>
              <a:t>DECK, </a:t>
            </a:r>
            <a:r>
              <a:rPr lang="ko-KR" altLang="en-US" sz="1400" dirty="0"/>
              <a:t>카드 </a:t>
            </a:r>
            <a:r>
              <a:rPr lang="ko-KR" altLang="en-US" sz="1400" dirty="0" err="1"/>
              <a:t>전체볼때는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CARDS, </a:t>
            </a:r>
            <a:r>
              <a:rPr lang="ko-KR" altLang="en-US" sz="1400" dirty="0" err="1"/>
              <a:t>묘지볼때는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TRASH</a:t>
            </a:r>
            <a:r>
              <a:rPr lang="ko-KR" altLang="en-US" sz="1400" dirty="0"/>
              <a:t>라고 적어두면 될 듯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UIDeckListPopup</a:t>
            </a:r>
            <a:r>
              <a:rPr lang="en-US" altLang="ko-KR" sz="1400" dirty="0"/>
              <a:t> </a:t>
            </a:r>
            <a:r>
              <a:rPr lang="ko-KR" altLang="en-US" sz="1400" dirty="0" err="1"/>
              <a:t>프리팹만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수정해뒀는데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형태도 크기도 구조도 같으니까</a:t>
            </a:r>
            <a:r>
              <a:rPr lang="en-US" altLang="ko-KR" sz="1400" dirty="0"/>
              <a:t> </a:t>
            </a:r>
            <a:r>
              <a:rPr lang="ko-KR" altLang="en-US" sz="1400" dirty="0"/>
              <a:t>팝업 형태를 </a:t>
            </a:r>
            <a:r>
              <a:rPr lang="ko-KR" altLang="en-US" sz="1400" dirty="0" err="1"/>
              <a:t>프리팹화시키든</a:t>
            </a:r>
            <a:endParaRPr lang="en-US" altLang="ko-KR" sz="1400" dirty="0"/>
          </a:p>
          <a:p>
            <a:r>
              <a:rPr lang="ko-KR" altLang="en-US" sz="1400" dirty="0"/>
              <a:t>잘 </a:t>
            </a:r>
            <a:r>
              <a:rPr lang="ko-KR" altLang="en-US" sz="1400" dirty="0" err="1"/>
              <a:t>복붙해서</a:t>
            </a:r>
            <a:r>
              <a:rPr lang="ko-KR" altLang="en-US" sz="1400" dirty="0"/>
              <a:t> 모두 </a:t>
            </a:r>
            <a:r>
              <a:rPr lang="ko-KR" altLang="en-US" sz="1400" dirty="0" err="1"/>
              <a:t>적용해주셈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ko-KR" altLang="en-US" sz="1400" dirty="0"/>
              <a:t>아 텍스트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ko-KR" altLang="en-US" sz="1400" dirty="0" err="1"/>
              <a:t>겹쳐놓은</a:t>
            </a:r>
            <a:r>
              <a:rPr lang="ko-KR" altLang="en-US" sz="1400" dirty="0"/>
              <a:t> 아웃라인 폰트</a:t>
            </a:r>
            <a:endParaRPr lang="en-US" altLang="ko-KR" sz="1400" dirty="0"/>
          </a:p>
          <a:p>
            <a:r>
              <a:rPr lang="ko-KR" altLang="en-US" sz="1400" dirty="0" err="1"/>
              <a:t>프리팹화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언제해줄거야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특히 상점에 아웃라인 폰트 부분이 너무 많아서</a:t>
            </a:r>
            <a:endParaRPr lang="en-US" altLang="ko-KR" sz="1400" dirty="0"/>
          </a:p>
          <a:p>
            <a:r>
              <a:rPr lang="ko-KR" altLang="en-US" sz="1400" dirty="0"/>
              <a:t>얼른 이 기능이 생겼으면 좋겠다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en-US" altLang="ko-KR" sz="1400" dirty="0"/>
              <a:t>Request </a:t>
            </a:r>
            <a:r>
              <a:rPr lang="en-US" altLang="ko-KR" sz="1400" dirty="0" err="1"/>
              <a:t>Seccess</a:t>
            </a:r>
            <a:r>
              <a:rPr lang="ko-KR" altLang="en-US" sz="1400" dirty="0"/>
              <a:t>인가</a:t>
            </a:r>
            <a:r>
              <a:rPr lang="en-US" altLang="ko-KR" sz="1400" dirty="0"/>
              <a:t>? </a:t>
            </a:r>
            <a:r>
              <a:rPr lang="ko-KR" altLang="en-US" sz="1400" dirty="0"/>
              <a:t>그거를 이미지로 바꿨음</a:t>
            </a:r>
            <a:endParaRPr lang="en-US" altLang="ko-KR" sz="1400" dirty="0"/>
          </a:p>
          <a:p>
            <a:r>
              <a:rPr lang="ko-KR" altLang="en-US" sz="1400" dirty="0"/>
              <a:t>문제는 </a:t>
            </a:r>
            <a:r>
              <a:rPr lang="en-US" altLang="ko-KR" sz="1400" dirty="0"/>
              <a:t>1</a:t>
            </a:r>
            <a:r>
              <a:rPr lang="ko-KR" altLang="en-US" sz="1400" dirty="0"/>
              <a:t>종류밖에 없었는데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수령</a:t>
            </a:r>
            <a:r>
              <a:rPr lang="en-US" altLang="ko-KR" sz="1400" dirty="0"/>
              <a:t>/</a:t>
            </a:r>
            <a:r>
              <a:rPr lang="ko-KR" altLang="en-US" sz="1400" dirty="0"/>
              <a:t>연장이 가능했던 </a:t>
            </a:r>
            <a:r>
              <a:rPr lang="en-US" altLang="ko-KR" sz="1400" dirty="0" err="1"/>
              <a:t>RequestAddArea</a:t>
            </a:r>
            <a:r>
              <a:rPr lang="ko-KR" altLang="en-US" sz="1400" dirty="0"/>
              <a:t>에서는</a:t>
            </a:r>
            <a:endParaRPr lang="en-US" altLang="ko-KR" sz="1400" dirty="0"/>
          </a:p>
          <a:p>
            <a:r>
              <a:rPr lang="ko-KR" altLang="en-US" sz="1400" dirty="0"/>
              <a:t>수령하면 </a:t>
            </a:r>
            <a:r>
              <a:rPr lang="en-US" altLang="ko-KR" sz="1400" dirty="0"/>
              <a:t>RECEIVED</a:t>
            </a:r>
            <a:r>
              <a:rPr lang="ko-KR" altLang="en-US" sz="1400" dirty="0"/>
              <a:t>가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 err="1"/>
              <a:t>추가의뢰했으면</a:t>
            </a:r>
            <a:r>
              <a:rPr lang="ko-KR" altLang="en-US" sz="1400" dirty="0"/>
              <a:t> </a:t>
            </a:r>
            <a:r>
              <a:rPr lang="en-US" altLang="ko-KR" sz="1400" dirty="0"/>
              <a:t>REQUESTED</a:t>
            </a:r>
            <a:r>
              <a:rPr lang="ko-KR" altLang="en-US" sz="1400" dirty="0"/>
              <a:t>가 </a:t>
            </a:r>
            <a:r>
              <a:rPr lang="ko-KR" altLang="en-US" sz="1400" dirty="0" err="1"/>
              <a:t>떠야해서</a:t>
            </a:r>
            <a:r>
              <a:rPr lang="ko-KR" altLang="en-US" sz="1400" dirty="0"/>
              <a:t> 하나 늘렸음→</a:t>
            </a:r>
            <a:endParaRPr lang="en-US" altLang="ko-KR" sz="1400" dirty="0"/>
          </a:p>
          <a:p>
            <a:r>
              <a:rPr lang="ko-KR" altLang="en-US" sz="1400" dirty="0"/>
              <a:t>이거 </a:t>
            </a:r>
            <a:r>
              <a:rPr lang="ko-KR" altLang="en-US" sz="1400" dirty="0" err="1"/>
              <a:t>적용해줘야함</a:t>
            </a:r>
            <a:r>
              <a:rPr lang="en-US" altLang="ko-KR" sz="1400" dirty="0"/>
              <a:t>. </a:t>
            </a:r>
            <a:r>
              <a:rPr lang="ko-KR" altLang="en-US" sz="1400" dirty="0"/>
              <a:t>내가 실수로 </a:t>
            </a:r>
            <a:r>
              <a:rPr lang="en-US" altLang="ko-KR" sz="1400" dirty="0"/>
              <a:t>RECEIVED </a:t>
            </a:r>
            <a:r>
              <a:rPr lang="ko-KR" altLang="en-US" sz="1400" dirty="0"/>
              <a:t>이미지 </a:t>
            </a:r>
            <a:r>
              <a:rPr lang="ko-KR" altLang="en-US" sz="1400" dirty="0" err="1"/>
              <a:t>반투명하게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넣어놨으니까</a:t>
            </a:r>
            <a:endParaRPr lang="en-US" altLang="ko-KR" sz="1400" dirty="0"/>
          </a:p>
          <a:p>
            <a:r>
              <a:rPr lang="ko-KR" altLang="en-US" sz="1400" dirty="0"/>
              <a:t>이거 하면서 불투명으로 </a:t>
            </a:r>
            <a:r>
              <a:rPr lang="ko-KR" altLang="en-US" sz="1400" dirty="0" err="1"/>
              <a:t>고쳐주셈</a:t>
            </a:r>
            <a:r>
              <a:rPr lang="ko-KR" altLang="en-US" sz="1400" dirty="0"/>
              <a:t> </a:t>
            </a:r>
            <a:r>
              <a:rPr lang="ko-KR" altLang="en-US" sz="1400" dirty="0" err="1"/>
              <a:t>ㅋㅋ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DAY -1</a:t>
            </a:r>
            <a:r>
              <a:rPr lang="ko-KR" altLang="en-US" sz="1400" dirty="0"/>
              <a:t>이라고 며칠차인지 표기하는 텍스트 </a:t>
            </a:r>
            <a:r>
              <a:rPr lang="ko-KR" altLang="en-US" sz="1400" dirty="0" err="1"/>
              <a:t>넣어놨고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상단에 체크마크도 </a:t>
            </a:r>
            <a:r>
              <a:rPr lang="ko-KR" altLang="en-US" sz="1400" dirty="0" err="1"/>
              <a:t>배치해놓음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추가 의뢰 기능이 </a:t>
            </a:r>
            <a:r>
              <a:rPr lang="en-US" altLang="ko-KR" sz="1400" dirty="0"/>
              <a:t>3</a:t>
            </a:r>
            <a:r>
              <a:rPr lang="ko-KR" altLang="en-US" sz="1400" dirty="0"/>
              <a:t>번까지 되기 때문에 그걸 표기하는 기능임</a:t>
            </a:r>
            <a:endParaRPr lang="en-US" altLang="ko-KR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05CA03-6C47-AEF8-B806-242F92957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266" y="2550174"/>
            <a:ext cx="2730568" cy="18528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E09FD7-166A-9E15-4F61-7B67091E9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810" y="5211723"/>
            <a:ext cx="1721801" cy="143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C1C33C-1E2C-387C-0EC6-2E60513ECC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227" y="3752504"/>
            <a:ext cx="1663384" cy="13965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69F0049-3444-56D1-7639-CBA8BF451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181" y="4349403"/>
            <a:ext cx="1721801" cy="148723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CD9371-5452-4D72-880A-38866FFE19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3773" y="5066820"/>
            <a:ext cx="1838582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64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게이지 </a:t>
            </a:r>
            <a:r>
              <a:rPr lang="en-US" altLang="ko-KR" dirty="0"/>
              <a:t>UI</a:t>
            </a:r>
            <a:r>
              <a:rPr lang="ko-KR" altLang="en-US" dirty="0"/>
              <a:t>에 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9C0B-AEDE-1A8B-43C6-0882E943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이미지">
            <a:extLst>
              <a:ext uri="{FF2B5EF4-FFF2-40B4-BE49-F238E27FC236}">
                <a16:creationId xmlns:a16="http://schemas.microsoft.com/office/drawing/2014/main" id="{898F9542-4E26-03C7-CCDB-55A9AC6DD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46" y="1007051"/>
            <a:ext cx="5805054" cy="3265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0111D-AE8B-B586-D799-FB33CD69B1A9}"/>
              </a:ext>
            </a:extLst>
          </p:cNvPr>
          <p:cNvSpPr txBox="1"/>
          <p:nvPr/>
        </p:nvSpPr>
        <p:spPr>
          <a:xfrm>
            <a:off x="715820" y="572655"/>
            <a:ext cx="10367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스테이지 클리어 </a:t>
            </a:r>
            <a:r>
              <a:rPr lang="en-US" altLang="ko-KR" b="1" dirty="0"/>
              <a:t>– </a:t>
            </a:r>
            <a:r>
              <a:rPr lang="ko-KR" altLang="en-US" b="1" dirty="0"/>
              <a:t>획득 골드 </a:t>
            </a:r>
            <a:r>
              <a:rPr lang="en-US" altLang="ko-KR" b="1" dirty="0"/>
              <a:t>UI </a:t>
            </a:r>
            <a:r>
              <a:rPr lang="ko-KR" altLang="en-US" b="1" dirty="0"/>
              <a:t>변경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63FB7-DC4C-E65B-E3D1-84AAD9F75CA5}"/>
              </a:ext>
            </a:extLst>
          </p:cNvPr>
          <p:cNvSpPr txBox="1"/>
          <p:nvPr/>
        </p:nvSpPr>
        <p:spPr>
          <a:xfrm>
            <a:off x="6216073" y="1007338"/>
            <a:ext cx="58050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“</a:t>
            </a:r>
            <a:r>
              <a:rPr lang="ko-KR" altLang="en-US" sz="1400" b="1" dirty="0"/>
              <a:t>무엇에 의해 획득 골드가 증가했는지 다 보여주는 게 좋지 않음</a:t>
            </a:r>
            <a:r>
              <a:rPr lang="en-US" altLang="ko-KR" sz="1400" b="1" dirty="0"/>
              <a:t>?”</a:t>
            </a:r>
          </a:p>
          <a:p>
            <a:r>
              <a:rPr lang="ko-KR" altLang="en-US" sz="1400" dirty="0"/>
              <a:t>이라는 의견으로 인해 변경됨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기존 심플한 연출의 이유였던 </a:t>
            </a:r>
            <a:r>
              <a:rPr lang="en-US" altLang="ko-KR" sz="1400" dirty="0"/>
              <a:t>“</a:t>
            </a:r>
            <a:r>
              <a:rPr lang="ko-KR" altLang="en-US" sz="1400" dirty="0"/>
              <a:t>획득한 골드의 출처를 모두 설명하면 연출이 너무 복잡하거나 길어질 수 있어서</a:t>
            </a:r>
            <a:r>
              <a:rPr lang="en-US" altLang="ko-KR" sz="1400" dirty="0"/>
              <a:t>”</a:t>
            </a:r>
            <a:r>
              <a:rPr lang="ko-KR" altLang="en-US" sz="1400" dirty="0"/>
              <a:t>라는 문제를 해결하기 위해 </a:t>
            </a:r>
            <a:r>
              <a:rPr lang="en-US" altLang="ko-KR" sz="1400" dirty="0"/>
              <a:t>UI </a:t>
            </a:r>
            <a:r>
              <a:rPr lang="ko-KR" altLang="en-US" sz="1400" dirty="0"/>
              <a:t>배치가 크게 수정됨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ED1CBA9-277B-8684-C455-B4E567AF1F03}"/>
              </a:ext>
            </a:extLst>
          </p:cNvPr>
          <p:cNvSpPr/>
          <p:nvPr/>
        </p:nvSpPr>
        <p:spPr>
          <a:xfrm>
            <a:off x="2724727" y="2530764"/>
            <a:ext cx="942109" cy="3140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C71FC5B-39E9-F8CF-696D-D43679E3C183}"/>
              </a:ext>
            </a:extLst>
          </p:cNvPr>
          <p:cNvCxnSpPr>
            <a:cxnSpLocks/>
          </p:cNvCxnSpPr>
          <p:nvPr/>
        </p:nvCxnSpPr>
        <p:spPr>
          <a:xfrm>
            <a:off x="3666836" y="2669310"/>
            <a:ext cx="25492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F8471C2-34ED-81C3-B3A7-8E1E3A5939EB}"/>
              </a:ext>
            </a:extLst>
          </p:cNvPr>
          <p:cNvSpPr txBox="1"/>
          <p:nvPr/>
        </p:nvSpPr>
        <p:spPr>
          <a:xfrm>
            <a:off x="6216073" y="2475459"/>
            <a:ext cx="58050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이건 원래 있던 것 </a:t>
            </a:r>
            <a:r>
              <a:rPr lang="en-US" altLang="ko-KR" sz="1400" dirty="0"/>
              <a:t>“</a:t>
            </a:r>
            <a:r>
              <a:rPr lang="ko-KR" altLang="en-US" sz="1400" dirty="0"/>
              <a:t>획득한  카드 수</a:t>
            </a:r>
            <a:r>
              <a:rPr lang="en-US" altLang="ko-KR" sz="1400" dirty="0"/>
              <a:t>”</a:t>
            </a:r>
            <a:r>
              <a:rPr lang="ko-KR" altLang="en-US" sz="1400" dirty="0"/>
              <a:t>임</a:t>
            </a:r>
            <a:endParaRPr lang="en-US" altLang="ko-KR" sz="1400" dirty="0"/>
          </a:p>
          <a:p>
            <a:r>
              <a:rPr lang="en-US" altLang="ko-KR" sz="1400" dirty="0"/>
              <a:t>’</a:t>
            </a:r>
            <a:r>
              <a:rPr lang="ko-KR" altLang="en-US" sz="1400" dirty="0"/>
              <a:t>카드 선택창 횟수</a:t>
            </a:r>
            <a:r>
              <a:rPr lang="en-US" altLang="ko-KR" sz="1400" dirty="0"/>
              <a:t>’x’</a:t>
            </a:r>
            <a:r>
              <a:rPr lang="ko-KR" altLang="en-US" sz="1400" dirty="0"/>
              <a:t>한번의 선택창에서 가져갈 수 있는 카드 매수</a:t>
            </a:r>
            <a:r>
              <a:rPr lang="en-US" altLang="ko-KR" sz="1400" dirty="0"/>
              <a:t>’</a:t>
            </a:r>
            <a:r>
              <a:rPr lang="ko-KR" altLang="en-US" sz="1400" dirty="0"/>
              <a:t>가 늘어나는 만큼 표시되어야 함</a:t>
            </a:r>
            <a:endParaRPr lang="en-US" altLang="ko-KR" sz="1400" dirty="0"/>
          </a:p>
          <a:p>
            <a:r>
              <a:rPr lang="ko-KR" altLang="en-US" sz="1400" dirty="0"/>
              <a:t>아직 리소스는 없지만</a:t>
            </a:r>
            <a:r>
              <a:rPr lang="en-US" altLang="ko-KR" sz="1400" dirty="0"/>
              <a:t>, </a:t>
            </a:r>
            <a:r>
              <a:rPr lang="ko-KR" altLang="en-US" sz="1400" dirty="0"/>
              <a:t>일정 스테이지마다 </a:t>
            </a:r>
            <a:r>
              <a:rPr lang="ko-KR" altLang="en-US" sz="1400" dirty="0" err="1"/>
              <a:t>고레어</a:t>
            </a:r>
            <a:r>
              <a:rPr lang="ko-KR" altLang="en-US" sz="1400" dirty="0"/>
              <a:t> 카드가 보상으로 나오는 경우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고레어</a:t>
            </a:r>
            <a:r>
              <a:rPr lang="ko-KR" altLang="en-US" sz="1400" dirty="0"/>
              <a:t> 카드라는 걸 알 수 있는 차별화된 아이콘을 </a:t>
            </a:r>
            <a:r>
              <a:rPr lang="ko-KR" altLang="en-US" sz="1400" dirty="0" err="1"/>
              <a:t>띄울거니까</a:t>
            </a:r>
            <a:r>
              <a:rPr lang="ko-KR" altLang="en-US" sz="1400" dirty="0"/>
              <a:t> 이건 고려해 두는 게 좋을 듯 →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1B680-2377-5FFE-14F5-E15BDE2804D9}"/>
              </a:ext>
            </a:extLst>
          </p:cNvPr>
          <p:cNvSpPr txBox="1"/>
          <p:nvPr/>
        </p:nvSpPr>
        <p:spPr>
          <a:xfrm>
            <a:off x="6216073" y="3925783"/>
            <a:ext cx="58050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유물 효과</a:t>
            </a:r>
            <a:r>
              <a:rPr lang="en-US" altLang="ko-KR" sz="1400" dirty="0"/>
              <a:t>(</a:t>
            </a:r>
            <a:r>
              <a:rPr lang="ko-KR" altLang="en-US" sz="1400" dirty="0"/>
              <a:t>좌측</a:t>
            </a:r>
            <a:r>
              <a:rPr lang="en-US" altLang="ko-KR" sz="1400" dirty="0"/>
              <a:t>,</a:t>
            </a:r>
            <a:r>
              <a:rPr lang="ko-KR" altLang="en-US" sz="1400" dirty="0"/>
              <a:t>먼저 획득한 유물부터</a:t>
            </a:r>
            <a:r>
              <a:rPr lang="en-US" altLang="ko-KR" sz="1400" dirty="0"/>
              <a:t>)</a:t>
            </a:r>
            <a:r>
              <a:rPr lang="ko-KR" altLang="en-US" sz="1400" dirty="0"/>
              <a:t>부터 순차적으로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→ </a:t>
            </a:r>
            <a:r>
              <a:rPr lang="en-US" altLang="ko-KR" sz="1400" dirty="0"/>
              <a:t>x1.5 score </a:t>
            </a:r>
            <a:r>
              <a:rPr lang="ko-KR" altLang="en-US" sz="1400" dirty="0"/>
              <a:t>→ 퍼펙트 보너스</a:t>
            </a:r>
            <a:r>
              <a:rPr lang="en-US" altLang="ko-KR" sz="1400" dirty="0"/>
              <a:t> </a:t>
            </a:r>
            <a:r>
              <a:rPr lang="ko-KR" altLang="en-US" sz="1400" dirty="0"/>
              <a:t>순으로 </a:t>
            </a:r>
            <a:r>
              <a:rPr lang="en-US" altLang="ko-KR" sz="14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400" dirty="0" err="1">
                <a:solidFill>
                  <a:schemeClr val="bg2">
                    <a:lumMod val="75000"/>
                  </a:schemeClr>
                </a:solidFill>
              </a:rPr>
              <a:t>이미지랑</a:t>
            </a:r>
            <a:r>
              <a:rPr lang="ko-KR" altLang="en-US" sz="1400" dirty="0">
                <a:solidFill>
                  <a:schemeClr val="bg2">
                    <a:lumMod val="75000"/>
                  </a:schemeClr>
                </a:solidFill>
              </a:rPr>
              <a:t> 순서 다름</a:t>
            </a:r>
            <a:r>
              <a:rPr lang="en-US" altLang="ko-KR" sz="1400" dirty="0">
                <a:solidFill>
                  <a:schemeClr val="bg2">
                    <a:lumMod val="75000"/>
                  </a:schemeClr>
                </a:solidFill>
              </a:rPr>
              <a:t>)</a:t>
            </a:r>
          </a:p>
          <a:p>
            <a:r>
              <a:rPr lang="ko-KR" altLang="en-US" sz="1400" dirty="0"/>
              <a:t>정산되듯이 나올 것임</a:t>
            </a:r>
            <a:r>
              <a:rPr lang="en-US" altLang="ko-KR" sz="1400" dirty="0"/>
              <a:t>. </a:t>
            </a:r>
            <a:r>
              <a:rPr lang="ko-KR" altLang="en-US" sz="1400" dirty="0"/>
              <a:t>연출 템포는 매우 </a:t>
            </a:r>
            <a:r>
              <a:rPr lang="ko-KR" altLang="en-US" sz="1400" dirty="0" err="1"/>
              <a:t>빠르길</a:t>
            </a:r>
            <a:r>
              <a:rPr lang="ko-KR" altLang="en-US" sz="1400" dirty="0"/>
              <a:t> 원함</a:t>
            </a:r>
            <a:endParaRPr lang="en-US" altLang="ko-KR" sz="1400" dirty="0"/>
          </a:p>
          <a:p>
            <a:r>
              <a:rPr lang="en-US" altLang="ko-KR" sz="1400" dirty="0"/>
              <a:t>(</a:t>
            </a:r>
            <a:r>
              <a:rPr lang="ko-KR" altLang="en-US" sz="1400" dirty="0"/>
              <a:t>그러면서도 클릭으로 </a:t>
            </a:r>
            <a:r>
              <a:rPr lang="ko-KR" altLang="en-US" sz="1400" dirty="0" err="1"/>
              <a:t>스킵되는게</a:t>
            </a:r>
            <a:r>
              <a:rPr lang="ko-KR" altLang="en-US" sz="1400" dirty="0"/>
              <a:t> 좋겠지</a:t>
            </a:r>
            <a:r>
              <a:rPr lang="en-US" altLang="ko-KR" sz="1400" dirty="0"/>
              <a:t>…?)</a:t>
            </a:r>
          </a:p>
          <a:p>
            <a:r>
              <a:rPr lang="ko-KR" altLang="en-US" sz="1400" dirty="0"/>
              <a:t>△▽버튼으로 살펴볼 수 있음</a:t>
            </a:r>
            <a:r>
              <a:rPr lang="en-US" altLang="ko-KR" sz="1400" dirty="0"/>
              <a:t>, </a:t>
            </a:r>
            <a:r>
              <a:rPr lang="en-US" altLang="ko-KR" sz="1400" b="1" dirty="0">
                <a:solidFill>
                  <a:srgbClr val="FF0000"/>
                </a:solidFill>
              </a:rPr>
              <a:t>※</a:t>
            </a:r>
            <a:r>
              <a:rPr lang="ko-KR" altLang="en-US" sz="1400" b="1" dirty="0" err="1">
                <a:solidFill>
                  <a:srgbClr val="FF0000"/>
                </a:solidFill>
              </a:rPr>
              <a:t>버튼식이고</a:t>
            </a:r>
            <a:r>
              <a:rPr lang="ko-KR" altLang="en-US" sz="1400" b="1" dirty="0">
                <a:solidFill>
                  <a:srgbClr val="FF0000"/>
                </a:solidFill>
              </a:rPr>
              <a:t> 스크롤 아님</a:t>
            </a:r>
            <a:r>
              <a:rPr lang="en-US" altLang="ko-KR" sz="1400" dirty="0"/>
              <a:t>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4F8D3C-E580-A230-0E57-BB2643F1CA72}"/>
              </a:ext>
            </a:extLst>
          </p:cNvPr>
          <p:cNvSpPr/>
          <p:nvPr/>
        </p:nvSpPr>
        <p:spPr>
          <a:xfrm>
            <a:off x="2373746" y="2854206"/>
            <a:ext cx="1671782" cy="6925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8352806-6F9F-7DDB-B7F3-71C070AA533B}"/>
              </a:ext>
            </a:extLst>
          </p:cNvPr>
          <p:cNvCxnSpPr>
            <a:cxnSpLocks/>
          </p:cNvCxnSpPr>
          <p:nvPr/>
        </p:nvCxnSpPr>
        <p:spPr>
          <a:xfrm>
            <a:off x="4045528" y="3191164"/>
            <a:ext cx="2170545" cy="8820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7A481C-A4FE-EDAD-1C19-C12D5C8E18E4}"/>
              </a:ext>
            </a:extLst>
          </p:cNvPr>
          <p:cNvSpPr/>
          <p:nvPr/>
        </p:nvSpPr>
        <p:spPr>
          <a:xfrm>
            <a:off x="2373746" y="3556169"/>
            <a:ext cx="1671782" cy="1754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0FA4681-E1A4-7647-4EE4-174D50D3E9D7}"/>
              </a:ext>
            </a:extLst>
          </p:cNvPr>
          <p:cNvCxnSpPr>
            <a:cxnSpLocks/>
          </p:cNvCxnSpPr>
          <p:nvPr/>
        </p:nvCxnSpPr>
        <p:spPr>
          <a:xfrm>
            <a:off x="4045528" y="3643913"/>
            <a:ext cx="2170545" cy="16770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FB7EA8-1EC7-2B58-7DC5-9883010A28DE}"/>
              </a:ext>
            </a:extLst>
          </p:cNvPr>
          <p:cNvSpPr txBox="1"/>
          <p:nvPr/>
        </p:nvSpPr>
        <p:spPr>
          <a:xfrm>
            <a:off x="6216073" y="5160663"/>
            <a:ext cx="580505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네자릿수까지</a:t>
            </a:r>
            <a:r>
              <a:rPr lang="ko-KR" altLang="en-US" sz="1400" dirty="0"/>
              <a:t> 표시됨</a:t>
            </a:r>
            <a:r>
              <a:rPr lang="en-US" altLang="ko-KR" sz="1400" dirty="0"/>
              <a:t>. 9999G</a:t>
            </a:r>
            <a:r>
              <a:rPr lang="ko-KR" altLang="en-US" sz="1400" dirty="0"/>
              <a:t>넘어가면 </a:t>
            </a:r>
            <a:r>
              <a:rPr lang="en-US" altLang="ko-KR" sz="1400" dirty="0"/>
              <a:t>10K</a:t>
            </a:r>
            <a:r>
              <a:rPr lang="ko-KR" altLang="en-US" sz="1400" dirty="0"/>
              <a:t>부터 표시됨</a:t>
            </a:r>
            <a:r>
              <a:rPr lang="en-US" altLang="ko-KR" sz="1400" dirty="0"/>
              <a:t>. (</a:t>
            </a:r>
            <a:r>
              <a:rPr lang="ko-KR" altLang="en-US" sz="1400" dirty="0"/>
              <a:t>소수점 날림</a:t>
            </a:r>
            <a:r>
              <a:rPr lang="en-US" altLang="ko-KR" sz="1400" dirty="0"/>
              <a:t>)</a:t>
            </a:r>
          </a:p>
          <a:p>
            <a:r>
              <a:rPr lang="ko-KR" altLang="en-US" sz="1400" dirty="0"/>
              <a:t>리스트가 정산되는 순간</a:t>
            </a:r>
            <a:r>
              <a:rPr lang="en-US" altLang="ko-KR" sz="1400" dirty="0"/>
              <a:t>,</a:t>
            </a:r>
            <a:r>
              <a:rPr lang="ko-KR" altLang="en-US" sz="1400" dirty="0"/>
              <a:t> 바로바로 그 수치만큼 올라가고</a:t>
            </a:r>
            <a:endParaRPr lang="en-US" altLang="ko-KR" sz="1400" dirty="0"/>
          </a:p>
          <a:p>
            <a:r>
              <a:rPr lang="ko-KR" altLang="en-US" sz="1400" dirty="0"/>
              <a:t>다 끝난 뒤 클릭하면 똑같이 지갑으로 들어가는 연출 재생</a:t>
            </a:r>
            <a:endParaRPr lang="en-US" altLang="ko-KR" sz="1400" dirty="0"/>
          </a:p>
          <a:p>
            <a:r>
              <a:rPr lang="ko-KR" altLang="en-US" sz="1400" dirty="0"/>
              <a:t>이 때 연출은 일정 프레임마다 돈이 떨어지는 속도감이 있어야 되니까</a:t>
            </a:r>
            <a:endParaRPr lang="en-US" altLang="ko-KR" sz="1400" dirty="0"/>
          </a:p>
          <a:p>
            <a:r>
              <a:rPr lang="ko-KR" altLang="en-US" sz="1400" dirty="0"/>
              <a:t>빨리 끝나는 건 가능한데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반대로 너무 수가 커지면</a:t>
            </a:r>
            <a:r>
              <a:rPr lang="en-US" altLang="ko-KR" sz="1400" dirty="0"/>
              <a:t>, </a:t>
            </a:r>
            <a:r>
              <a:rPr lang="ko-KR" altLang="en-US" sz="1400" dirty="0"/>
              <a:t>최대 연출 시간은 </a:t>
            </a:r>
            <a:r>
              <a:rPr lang="ko-KR" altLang="en-US" sz="1400" dirty="0" err="1"/>
              <a:t>정해뒀으면</a:t>
            </a:r>
            <a:r>
              <a:rPr lang="ko-KR" altLang="en-US" sz="1400" dirty="0"/>
              <a:t> 해서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줄어드는 수도 비례하게 해서 시간 맞췄으면 </a:t>
            </a:r>
            <a:r>
              <a:rPr lang="en-US" altLang="ko-KR" sz="1400" dirty="0"/>
              <a:t>(</a:t>
            </a:r>
            <a:r>
              <a:rPr lang="ko-KR" altLang="en-US" sz="1400" dirty="0"/>
              <a:t>약 </a:t>
            </a:r>
            <a:r>
              <a:rPr lang="en-US" altLang="ko-KR" sz="1400" dirty="0"/>
              <a:t>2</a:t>
            </a:r>
            <a:r>
              <a:rPr lang="ko-KR" altLang="en-US" sz="1400" dirty="0"/>
              <a:t>초 정도로 생각 중</a:t>
            </a:r>
            <a:r>
              <a:rPr lang="en-US" altLang="ko-KR" sz="1400" dirty="0"/>
              <a:t>)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72960C6-9C53-A789-CBA3-21CEB7F4B0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6184" y="3632200"/>
            <a:ext cx="383460" cy="37852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B86E4D3-D154-9450-E363-1915A7029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82" y="4412902"/>
            <a:ext cx="2676235" cy="236064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18ADC38-28F7-26A9-210C-72EE012E0096}"/>
              </a:ext>
            </a:extLst>
          </p:cNvPr>
          <p:cNvSpPr txBox="1"/>
          <p:nvPr/>
        </p:nvSpPr>
        <p:spPr>
          <a:xfrm>
            <a:off x="2976417" y="4402836"/>
            <a:ext cx="22952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*Se: </a:t>
            </a:r>
          </a:p>
          <a:p>
            <a:r>
              <a:rPr lang="ko-KR" altLang="en-US" sz="1400" dirty="0"/>
              <a:t>리스트 하나 올라갈 때마</a:t>
            </a:r>
            <a:endParaRPr lang="en-US" altLang="ko-KR" sz="1400" dirty="0"/>
          </a:p>
          <a:p>
            <a:r>
              <a:rPr lang="ko-KR" altLang="en-US" sz="1400" dirty="0"/>
              <a:t>다 시스템 </a:t>
            </a:r>
            <a:r>
              <a:rPr lang="en-US" altLang="ko-KR" sz="1400" dirty="0"/>
              <a:t>BEEP</a:t>
            </a:r>
            <a:r>
              <a:rPr lang="ko-KR" altLang="en-US" sz="1400" dirty="0"/>
              <a:t>음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△▽ 버튼은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넘길 게 있을 때만 등장</a:t>
            </a:r>
            <a:r>
              <a:rPr lang="en-US" altLang="ko-KR" sz="1400" b="1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5586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</TotalTime>
  <Words>1292</Words>
  <Application>Microsoft Office PowerPoint</Application>
  <PresentationFormat>와이드스크린</PresentationFormat>
  <Paragraphs>209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11</cp:revision>
  <dcterms:created xsi:type="dcterms:W3CDTF">2026-01-12T19:58:29Z</dcterms:created>
  <dcterms:modified xsi:type="dcterms:W3CDTF">2026-05-26T06:42:22Z</dcterms:modified>
</cp:coreProperties>
</file>